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1" r:id="rId1"/>
    <p:sldMasterId id="2147483664" r:id="rId2"/>
  </p:sldMasterIdLst>
  <p:notesMasterIdLst>
    <p:notesMasterId r:id="rId4"/>
  </p:notesMasterIdLst>
  <p:sldIdLst>
    <p:sldId id="257" r:id="rId3"/>
  </p:sldIdLst>
  <p:sldSz cx="32918400" cy="19202400"/>
  <p:notesSz cx="6858000" cy="9144000"/>
  <p:defaultTextStyle>
    <a:defPPr>
      <a:defRPr lang="en-US"/>
    </a:defPPr>
    <a:lvl1pPr marL="0" algn="l" defTabSz="3134552" rtl="0" eaLnBrk="1" latinLnBrk="0" hangingPunct="1">
      <a:defRPr sz="6100" kern="1200">
        <a:solidFill>
          <a:schemeClr val="tx1"/>
        </a:solidFill>
        <a:latin typeface="+mn-lt"/>
        <a:ea typeface="+mn-ea"/>
        <a:cs typeface="+mn-cs"/>
      </a:defRPr>
    </a:lvl1pPr>
    <a:lvl2pPr marL="1567277" algn="l" defTabSz="3134552" rtl="0" eaLnBrk="1" latinLnBrk="0" hangingPunct="1">
      <a:defRPr sz="6100" kern="1200">
        <a:solidFill>
          <a:schemeClr val="tx1"/>
        </a:solidFill>
        <a:latin typeface="+mn-lt"/>
        <a:ea typeface="+mn-ea"/>
        <a:cs typeface="+mn-cs"/>
      </a:defRPr>
    </a:lvl2pPr>
    <a:lvl3pPr marL="3134552" algn="l" defTabSz="3134552" rtl="0" eaLnBrk="1" latinLnBrk="0" hangingPunct="1">
      <a:defRPr sz="6100" kern="1200">
        <a:solidFill>
          <a:schemeClr val="tx1"/>
        </a:solidFill>
        <a:latin typeface="+mn-lt"/>
        <a:ea typeface="+mn-ea"/>
        <a:cs typeface="+mn-cs"/>
      </a:defRPr>
    </a:lvl3pPr>
    <a:lvl4pPr marL="4701829" algn="l" defTabSz="3134552" rtl="0" eaLnBrk="1" latinLnBrk="0" hangingPunct="1">
      <a:defRPr sz="6100" kern="1200">
        <a:solidFill>
          <a:schemeClr val="tx1"/>
        </a:solidFill>
        <a:latin typeface="+mn-lt"/>
        <a:ea typeface="+mn-ea"/>
        <a:cs typeface="+mn-cs"/>
      </a:defRPr>
    </a:lvl4pPr>
    <a:lvl5pPr marL="6269105" algn="l" defTabSz="3134552" rtl="0" eaLnBrk="1" latinLnBrk="0" hangingPunct="1">
      <a:defRPr sz="6100" kern="1200">
        <a:solidFill>
          <a:schemeClr val="tx1"/>
        </a:solidFill>
        <a:latin typeface="+mn-lt"/>
        <a:ea typeface="+mn-ea"/>
        <a:cs typeface="+mn-cs"/>
      </a:defRPr>
    </a:lvl5pPr>
    <a:lvl6pPr marL="7836382" algn="l" defTabSz="3134552" rtl="0" eaLnBrk="1" latinLnBrk="0" hangingPunct="1">
      <a:defRPr sz="6100" kern="1200">
        <a:solidFill>
          <a:schemeClr val="tx1"/>
        </a:solidFill>
        <a:latin typeface="+mn-lt"/>
        <a:ea typeface="+mn-ea"/>
        <a:cs typeface="+mn-cs"/>
      </a:defRPr>
    </a:lvl6pPr>
    <a:lvl7pPr marL="9403659" algn="l" defTabSz="3134552" rtl="0" eaLnBrk="1" latinLnBrk="0" hangingPunct="1">
      <a:defRPr sz="6100" kern="1200">
        <a:solidFill>
          <a:schemeClr val="tx1"/>
        </a:solidFill>
        <a:latin typeface="+mn-lt"/>
        <a:ea typeface="+mn-ea"/>
        <a:cs typeface="+mn-cs"/>
      </a:defRPr>
    </a:lvl7pPr>
    <a:lvl8pPr marL="10970935" algn="l" defTabSz="3134552" rtl="0" eaLnBrk="1" latinLnBrk="0" hangingPunct="1">
      <a:defRPr sz="6100" kern="1200">
        <a:solidFill>
          <a:schemeClr val="tx1"/>
        </a:solidFill>
        <a:latin typeface="+mn-lt"/>
        <a:ea typeface="+mn-ea"/>
        <a:cs typeface="+mn-cs"/>
      </a:defRPr>
    </a:lvl8pPr>
    <a:lvl9pPr marL="12538212" algn="l" defTabSz="3134552" rtl="0" eaLnBrk="1" latinLnBrk="0" hangingPunct="1">
      <a:defRPr sz="61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36">
          <p15:clr>
            <a:srgbClr val="A4A3A4"/>
          </p15:clr>
        </p15:guide>
        <p15:guide id="2" orient="horz" pos="168">
          <p15:clr>
            <a:srgbClr val="A4A3A4"/>
          </p15:clr>
        </p15:guide>
        <p15:guide id="3" orient="horz" pos="11616" userDrawn="1">
          <p15:clr>
            <a:srgbClr val="A4A3A4"/>
          </p15:clr>
        </p15:guide>
        <p15:guide id="4" orient="horz">
          <p15:clr>
            <a:srgbClr val="A4A3A4"/>
          </p15:clr>
        </p15:guide>
        <p15:guide id="5" pos="436">
          <p15:clr>
            <a:srgbClr val="A4A3A4"/>
          </p15:clr>
        </p15:guide>
        <p15:guide id="6" pos="20302">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F5FA"/>
    <a:srgbClr val="CDD2DE"/>
    <a:srgbClr val="E3E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8FD4443E-F989-4FC4-A0C8-D5A2AF1F390B}" styleName="Dark Style 1 - Accent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281" autoAdjust="0"/>
    <p:restoredTop sz="94648" autoAdjust="0"/>
  </p:normalViewPr>
  <p:slideViewPr>
    <p:cSldViewPr snapToGrid="0" snapToObjects="1" showGuides="1">
      <p:cViewPr varScale="1">
        <p:scale>
          <a:sx n="56" d="100"/>
          <a:sy n="56" d="100"/>
        </p:scale>
        <p:origin x="916" y="88"/>
      </p:cViewPr>
      <p:guideLst>
        <p:guide orient="horz" pos="1936"/>
        <p:guide orient="horz" pos="168"/>
        <p:guide orient="horz" pos="11616"/>
        <p:guide orient="horz"/>
        <p:guide pos="436"/>
        <p:guide pos="20302"/>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77" d="100"/>
          <a:sy n="77" d="100"/>
        </p:scale>
        <p:origin x="-3138" y="-108"/>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viewProps" Target="viewProp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commentAuthors" Target="commentAuthors.xml"/><Relationship Id="rId4" Type="http://schemas.openxmlformats.org/officeDocument/2006/relationships/notesMaster" Target="notesMasters/notesMaster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10/23/2026</a:t>
            </a:fld>
            <a:endParaRPr lang="en-US" dirty="0"/>
          </a:p>
        </p:txBody>
      </p:sp>
      <p:sp>
        <p:nvSpPr>
          <p:cNvPr id="4" name="Slide Image Placeholder 3"/>
          <p:cNvSpPr>
            <a:spLocks noGrp="1" noRot="1" noChangeAspect="1"/>
          </p:cNvSpPr>
          <p:nvPr>
            <p:ph type="sldImg" idx="2"/>
          </p:nvPr>
        </p:nvSpPr>
        <p:spPr>
          <a:xfrm>
            <a:off x="490538" y="685800"/>
            <a:ext cx="5876925"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404021828"/>
      </p:ext>
    </p:extLst>
  </p:cSld>
  <p:clrMap bg1="lt1" tx1="dk1" bg2="lt2" tx2="dk2" accent1="accent1" accent2="accent2" accent3="accent3" accent4="accent4" accent5="accent5" accent6="accent6" hlink="hlink" folHlink="folHlink"/>
  <p:notesStyle>
    <a:lvl1pPr marL="0" algn="l" defTabSz="3134552" rtl="0" eaLnBrk="1" latinLnBrk="0" hangingPunct="1">
      <a:defRPr sz="4100" kern="1200">
        <a:solidFill>
          <a:schemeClr val="tx1"/>
        </a:solidFill>
        <a:latin typeface="+mn-lt"/>
        <a:ea typeface="+mn-ea"/>
        <a:cs typeface="+mn-cs"/>
      </a:defRPr>
    </a:lvl1pPr>
    <a:lvl2pPr marL="1567277" algn="l" defTabSz="3134552" rtl="0" eaLnBrk="1" latinLnBrk="0" hangingPunct="1">
      <a:defRPr sz="4100" kern="1200">
        <a:solidFill>
          <a:schemeClr val="tx1"/>
        </a:solidFill>
        <a:latin typeface="+mn-lt"/>
        <a:ea typeface="+mn-ea"/>
        <a:cs typeface="+mn-cs"/>
      </a:defRPr>
    </a:lvl2pPr>
    <a:lvl3pPr marL="3134552" algn="l" defTabSz="3134552" rtl="0" eaLnBrk="1" latinLnBrk="0" hangingPunct="1">
      <a:defRPr sz="4100" kern="1200">
        <a:solidFill>
          <a:schemeClr val="tx1"/>
        </a:solidFill>
        <a:latin typeface="+mn-lt"/>
        <a:ea typeface="+mn-ea"/>
        <a:cs typeface="+mn-cs"/>
      </a:defRPr>
    </a:lvl3pPr>
    <a:lvl4pPr marL="4701829" algn="l" defTabSz="3134552" rtl="0" eaLnBrk="1" latinLnBrk="0" hangingPunct="1">
      <a:defRPr sz="4100" kern="1200">
        <a:solidFill>
          <a:schemeClr val="tx1"/>
        </a:solidFill>
        <a:latin typeface="+mn-lt"/>
        <a:ea typeface="+mn-ea"/>
        <a:cs typeface="+mn-cs"/>
      </a:defRPr>
    </a:lvl4pPr>
    <a:lvl5pPr marL="6269105" algn="l" defTabSz="3134552" rtl="0" eaLnBrk="1" latinLnBrk="0" hangingPunct="1">
      <a:defRPr sz="4100" kern="1200">
        <a:solidFill>
          <a:schemeClr val="tx1"/>
        </a:solidFill>
        <a:latin typeface="+mn-lt"/>
        <a:ea typeface="+mn-ea"/>
        <a:cs typeface="+mn-cs"/>
      </a:defRPr>
    </a:lvl5pPr>
    <a:lvl6pPr marL="7836382" algn="l" defTabSz="3134552" rtl="0" eaLnBrk="1" latinLnBrk="0" hangingPunct="1">
      <a:defRPr sz="4100" kern="1200">
        <a:solidFill>
          <a:schemeClr val="tx1"/>
        </a:solidFill>
        <a:latin typeface="+mn-lt"/>
        <a:ea typeface="+mn-ea"/>
        <a:cs typeface="+mn-cs"/>
      </a:defRPr>
    </a:lvl6pPr>
    <a:lvl7pPr marL="9403659" algn="l" defTabSz="3134552" rtl="0" eaLnBrk="1" latinLnBrk="0" hangingPunct="1">
      <a:defRPr sz="4100" kern="1200">
        <a:solidFill>
          <a:schemeClr val="tx1"/>
        </a:solidFill>
        <a:latin typeface="+mn-lt"/>
        <a:ea typeface="+mn-ea"/>
        <a:cs typeface="+mn-cs"/>
      </a:defRPr>
    </a:lvl7pPr>
    <a:lvl8pPr marL="10970935" algn="l" defTabSz="3134552" rtl="0" eaLnBrk="1" latinLnBrk="0" hangingPunct="1">
      <a:defRPr sz="4100" kern="1200">
        <a:solidFill>
          <a:schemeClr val="tx1"/>
        </a:solidFill>
        <a:latin typeface="+mn-lt"/>
        <a:ea typeface="+mn-ea"/>
        <a:cs typeface="+mn-cs"/>
      </a:defRPr>
    </a:lvl8pPr>
    <a:lvl9pPr marL="12538212" algn="l" defTabSz="3134552" rtl="0" eaLnBrk="1" latinLnBrk="0" hangingPunct="1">
      <a:defRPr sz="41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42x72 template - 3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678140" y="4143719"/>
            <a:ext cx="10193458" cy="545148"/>
          </a:xfrm>
          <a:prstGeom prst="rect">
            <a:avLst/>
          </a:prstGeom>
        </p:spPr>
        <p:txBody>
          <a:bodyPr wrap="square" lIns="163258" tIns="163258" rIns="163258" bIns="163258" anchor="t" anchorCtr="0">
            <a:spAutoFit/>
          </a:bodyPr>
          <a:lstStyle>
            <a:lvl1pPr marL="0" indent="0">
              <a:buNone/>
              <a:defRPr sz="1400">
                <a:solidFill>
                  <a:schemeClr val="accent5">
                    <a:lumMod val="50000"/>
                  </a:schemeClr>
                </a:solidFill>
                <a:latin typeface="Century Gothic" panose="020B0502020202020204" pitchFamily="34"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691754" y="3679114"/>
            <a:ext cx="10179845" cy="408882"/>
          </a:xfrm>
          <a:prstGeom prst="rect">
            <a:avLst/>
          </a:prstGeom>
          <a:solidFill>
            <a:schemeClr val="accent5">
              <a:lumMod val="50000"/>
            </a:schemeClr>
          </a:solidFill>
        </p:spPr>
        <p:txBody>
          <a:bodyPr wrap="square" lIns="65304" tIns="65304" rIns="65304" bIns="65304" anchor="t" anchorCtr="0">
            <a:spAutoFit/>
          </a:bodyPr>
          <a:lstStyle>
            <a:lvl1pPr marL="0" indent="0" algn="ctr">
              <a:buNone/>
              <a:defRPr sz="1800" b="1" u="none" baseline="0">
                <a:solidFill>
                  <a:schemeClr val="bg1"/>
                </a:solidFill>
                <a:latin typeface="Century Gothic" panose="020B0502020202020204" pitchFamily="34" charset="0"/>
              </a:defRPr>
            </a:lvl1pPr>
          </a:lstStyle>
          <a:p>
            <a:pPr lvl="0"/>
            <a:r>
              <a:rPr lang="en-US" dirty="0"/>
              <a:t>(click to add) INTRODUCTION or ABSTRACT</a:t>
            </a:r>
          </a:p>
        </p:txBody>
      </p:sp>
      <p:sp>
        <p:nvSpPr>
          <p:cNvPr id="19" name="Text Placeholder 3"/>
          <p:cNvSpPr>
            <a:spLocks noGrp="1"/>
          </p:cNvSpPr>
          <p:nvPr>
            <p:ph type="body" sz="quarter" idx="19" hasCustomPrompt="1"/>
          </p:nvPr>
        </p:nvSpPr>
        <p:spPr>
          <a:xfrm>
            <a:off x="691754" y="10573497"/>
            <a:ext cx="10194648" cy="545148"/>
          </a:xfrm>
          <a:prstGeom prst="rect">
            <a:avLst/>
          </a:prstGeom>
        </p:spPr>
        <p:txBody>
          <a:bodyPr wrap="square" lIns="163258" tIns="163258" rIns="163258" bIns="163258" anchor="t" anchorCtr="0">
            <a:spAutoFit/>
          </a:bodyPr>
          <a:lstStyle>
            <a:lvl1pPr marL="0" indent="0">
              <a:buNone/>
              <a:defRPr sz="1400">
                <a:solidFill>
                  <a:schemeClr val="accent5">
                    <a:lumMod val="50000"/>
                  </a:schemeClr>
                </a:solidFill>
                <a:latin typeface="Century Gothic" panose="020B0502020202020204" pitchFamily="34"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Type in or paste your text here</a:t>
            </a:r>
          </a:p>
        </p:txBody>
      </p:sp>
      <p:sp>
        <p:nvSpPr>
          <p:cNvPr id="20" name="Text Placeholder 5"/>
          <p:cNvSpPr>
            <a:spLocks noGrp="1"/>
          </p:cNvSpPr>
          <p:nvPr>
            <p:ph type="body" sz="quarter" idx="20" hasCustomPrompt="1"/>
          </p:nvPr>
        </p:nvSpPr>
        <p:spPr>
          <a:xfrm>
            <a:off x="706560" y="10096874"/>
            <a:ext cx="10179844" cy="408882"/>
          </a:xfrm>
          <a:prstGeom prst="rect">
            <a:avLst/>
          </a:prstGeom>
          <a:solidFill>
            <a:schemeClr val="accent5">
              <a:lumMod val="50000"/>
            </a:schemeClr>
          </a:solidFill>
        </p:spPr>
        <p:txBody>
          <a:bodyPr wrap="square" lIns="65304" tIns="65304" rIns="65304" bIns="65304" anchor="t" anchorCtr="0">
            <a:spAutoFit/>
          </a:bodyPr>
          <a:lstStyle>
            <a:lvl1pPr marL="0" indent="0" algn="ctr">
              <a:buNone/>
              <a:defRPr sz="1800" b="1" u="none" baseline="0">
                <a:solidFill>
                  <a:schemeClr val="bg1"/>
                </a:solidFill>
                <a:latin typeface="Century Gothic" panose="020B0502020202020204" pitchFamily="34" charset="0"/>
              </a:defRPr>
            </a:lvl1pPr>
          </a:lstStyle>
          <a:p>
            <a:pPr lvl="0"/>
            <a:r>
              <a:rPr lang="en-US" dirty="0"/>
              <a:t>(click to add)  OBJECTIVES</a:t>
            </a:r>
          </a:p>
        </p:txBody>
      </p:sp>
      <p:sp>
        <p:nvSpPr>
          <p:cNvPr id="21" name="Text Placeholder 3"/>
          <p:cNvSpPr>
            <a:spLocks noGrp="1"/>
          </p:cNvSpPr>
          <p:nvPr>
            <p:ph type="body" sz="quarter" idx="21" hasCustomPrompt="1"/>
          </p:nvPr>
        </p:nvSpPr>
        <p:spPr>
          <a:xfrm>
            <a:off x="11365708" y="12530349"/>
            <a:ext cx="10178651" cy="545148"/>
          </a:xfrm>
          <a:prstGeom prst="rect">
            <a:avLst/>
          </a:prstGeom>
        </p:spPr>
        <p:txBody>
          <a:bodyPr wrap="square" lIns="163258" tIns="163258" rIns="163258" bIns="163258" anchor="t" anchorCtr="0">
            <a:spAutoFit/>
          </a:bodyPr>
          <a:lstStyle>
            <a:lvl1pPr marL="0" indent="0">
              <a:buNone/>
              <a:defRPr sz="1400">
                <a:solidFill>
                  <a:schemeClr val="accent5">
                    <a:lumMod val="50000"/>
                  </a:schemeClr>
                </a:solidFill>
                <a:latin typeface="Century Gothic" panose="020B0502020202020204" pitchFamily="34"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Type in or paste your text here</a:t>
            </a:r>
          </a:p>
        </p:txBody>
      </p:sp>
      <p:sp>
        <p:nvSpPr>
          <p:cNvPr id="22" name="Text Placeholder 5"/>
          <p:cNvSpPr>
            <a:spLocks noGrp="1"/>
          </p:cNvSpPr>
          <p:nvPr>
            <p:ph type="body" sz="quarter" idx="22" hasCustomPrompt="1"/>
          </p:nvPr>
        </p:nvSpPr>
        <p:spPr>
          <a:xfrm>
            <a:off x="11365708" y="12039627"/>
            <a:ext cx="10178651" cy="408882"/>
          </a:xfrm>
          <a:prstGeom prst="rect">
            <a:avLst/>
          </a:prstGeom>
          <a:solidFill>
            <a:schemeClr val="accent5">
              <a:lumMod val="50000"/>
            </a:schemeClr>
          </a:solidFill>
        </p:spPr>
        <p:txBody>
          <a:bodyPr wrap="square" lIns="65304" tIns="65304" rIns="65304" bIns="65304" anchor="t" anchorCtr="0">
            <a:spAutoFit/>
          </a:bodyPr>
          <a:lstStyle>
            <a:lvl1pPr marL="0" indent="0" algn="ctr">
              <a:buNone/>
              <a:defRPr sz="1800" b="1" u="none" baseline="0">
                <a:solidFill>
                  <a:schemeClr val="bg1"/>
                </a:solidFill>
                <a:latin typeface="Century Gothic" panose="020B0502020202020204" pitchFamily="34" charset="0"/>
              </a:defRPr>
            </a:lvl1pPr>
          </a:lstStyle>
          <a:p>
            <a:pPr lvl="0"/>
            <a:r>
              <a:rPr lang="en-US" dirty="0"/>
              <a:t>(click to add)  MATERIALS &amp; METHODS</a:t>
            </a:r>
          </a:p>
        </p:txBody>
      </p:sp>
      <p:sp>
        <p:nvSpPr>
          <p:cNvPr id="23" name="Text Placeholder 3"/>
          <p:cNvSpPr>
            <a:spLocks noGrp="1"/>
          </p:cNvSpPr>
          <p:nvPr>
            <p:ph type="body" sz="quarter" idx="23" hasCustomPrompt="1"/>
          </p:nvPr>
        </p:nvSpPr>
        <p:spPr>
          <a:xfrm>
            <a:off x="11371662" y="4148349"/>
            <a:ext cx="10178651" cy="545148"/>
          </a:xfrm>
          <a:prstGeom prst="rect">
            <a:avLst/>
          </a:prstGeom>
        </p:spPr>
        <p:txBody>
          <a:bodyPr wrap="square" lIns="163258" tIns="163258" rIns="163258" bIns="163258" anchor="t" anchorCtr="0">
            <a:spAutoFit/>
          </a:bodyPr>
          <a:lstStyle>
            <a:lvl1pPr marL="0" indent="0">
              <a:buNone/>
              <a:tabLst/>
              <a:defRPr sz="1400">
                <a:solidFill>
                  <a:schemeClr val="accent5">
                    <a:lumMod val="50000"/>
                  </a:schemeClr>
                </a:solidFill>
                <a:latin typeface="Century Gothic" panose="020B0502020202020204" pitchFamily="34"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Type in or paste your text here</a:t>
            </a:r>
          </a:p>
        </p:txBody>
      </p:sp>
      <p:sp>
        <p:nvSpPr>
          <p:cNvPr id="24" name="Text Placeholder 5"/>
          <p:cNvSpPr>
            <a:spLocks noGrp="1"/>
          </p:cNvSpPr>
          <p:nvPr>
            <p:ph type="body" sz="quarter" idx="24" hasCustomPrompt="1"/>
          </p:nvPr>
        </p:nvSpPr>
        <p:spPr>
          <a:xfrm>
            <a:off x="11365708" y="3679114"/>
            <a:ext cx="10184606" cy="408882"/>
          </a:xfrm>
          <a:prstGeom prst="rect">
            <a:avLst/>
          </a:prstGeom>
          <a:solidFill>
            <a:schemeClr val="accent5">
              <a:lumMod val="50000"/>
            </a:schemeClr>
          </a:solidFill>
        </p:spPr>
        <p:txBody>
          <a:bodyPr wrap="square" lIns="65304" tIns="65304" rIns="65304" bIns="65304" anchor="t" anchorCtr="0">
            <a:spAutoFit/>
          </a:bodyPr>
          <a:lstStyle>
            <a:lvl1pPr marL="0" indent="0" algn="ctr">
              <a:buNone/>
              <a:defRPr sz="1800" b="1" u="none" baseline="0">
                <a:solidFill>
                  <a:schemeClr val="bg1"/>
                </a:solidFill>
                <a:latin typeface="Century Gothic" panose="020B0502020202020204" pitchFamily="34" charset="0"/>
              </a:defRPr>
            </a:lvl1pPr>
          </a:lstStyle>
          <a:p>
            <a:pPr lvl="0"/>
            <a:r>
              <a:rPr lang="en-US" dirty="0"/>
              <a:t>(click to add)  RESULTS</a:t>
            </a:r>
          </a:p>
        </p:txBody>
      </p:sp>
      <p:sp>
        <p:nvSpPr>
          <p:cNvPr id="25" name="Text Placeholder 5"/>
          <p:cNvSpPr>
            <a:spLocks noGrp="1"/>
          </p:cNvSpPr>
          <p:nvPr>
            <p:ph type="body" sz="quarter" idx="25" hasCustomPrompt="1"/>
          </p:nvPr>
        </p:nvSpPr>
        <p:spPr>
          <a:xfrm>
            <a:off x="22046806" y="3679114"/>
            <a:ext cx="10182022" cy="408882"/>
          </a:xfrm>
          <a:prstGeom prst="rect">
            <a:avLst/>
          </a:prstGeom>
          <a:solidFill>
            <a:schemeClr val="accent5">
              <a:lumMod val="50000"/>
            </a:schemeClr>
          </a:solidFill>
        </p:spPr>
        <p:txBody>
          <a:bodyPr wrap="square" lIns="65304" tIns="65304" rIns="65304" bIns="65304" anchor="t" anchorCtr="0">
            <a:spAutoFit/>
          </a:bodyPr>
          <a:lstStyle>
            <a:lvl1pPr marL="0" indent="0" algn="ctr">
              <a:buNone/>
              <a:defRPr sz="1800" b="1" u="none" baseline="0">
                <a:solidFill>
                  <a:schemeClr val="bg1"/>
                </a:solidFill>
                <a:latin typeface="Century Gothic" panose="020B0502020202020204" pitchFamily="34" charset="0"/>
              </a:defRPr>
            </a:lvl1pPr>
          </a:lstStyle>
          <a:p>
            <a:pPr lvl="0"/>
            <a:r>
              <a:rPr lang="en-US" dirty="0"/>
              <a:t>(click to add)  CONCLUSIONS</a:t>
            </a:r>
          </a:p>
        </p:txBody>
      </p:sp>
      <p:sp>
        <p:nvSpPr>
          <p:cNvPr id="26" name="Text Placeholder 3"/>
          <p:cNvSpPr>
            <a:spLocks noGrp="1"/>
          </p:cNvSpPr>
          <p:nvPr>
            <p:ph type="body" sz="quarter" idx="26" hasCustomPrompt="1"/>
          </p:nvPr>
        </p:nvSpPr>
        <p:spPr>
          <a:xfrm>
            <a:off x="22046806" y="4143719"/>
            <a:ext cx="10182022" cy="545148"/>
          </a:xfrm>
          <a:prstGeom prst="rect">
            <a:avLst/>
          </a:prstGeom>
        </p:spPr>
        <p:txBody>
          <a:bodyPr wrap="square" lIns="163258" tIns="163258" rIns="163258" bIns="163258" anchor="t" anchorCtr="0">
            <a:spAutoFit/>
          </a:bodyPr>
          <a:lstStyle>
            <a:lvl1pPr marL="0" indent="0">
              <a:buNone/>
              <a:defRPr sz="1400">
                <a:solidFill>
                  <a:schemeClr val="accent5">
                    <a:lumMod val="50000"/>
                  </a:schemeClr>
                </a:solidFill>
                <a:latin typeface="Century Gothic" panose="020B0502020202020204" pitchFamily="34"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22046806" y="10078145"/>
            <a:ext cx="10182022" cy="408882"/>
          </a:xfrm>
          <a:prstGeom prst="rect">
            <a:avLst/>
          </a:prstGeom>
          <a:solidFill>
            <a:schemeClr val="accent5">
              <a:lumMod val="50000"/>
            </a:schemeClr>
          </a:solidFill>
        </p:spPr>
        <p:txBody>
          <a:bodyPr wrap="square" lIns="65304" tIns="65304" rIns="65304" bIns="65304" anchor="t" anchorCtr="0">
            <a:spAutoFit/>
          </a:bodyPr>
          <a:lstStyle>
            <a:lvl1pPr marL="0" indent="0" algn="ctr">
              <a:buNone/>
              <a:defRPr sz="1800" b="1" u="none" baseline="0">
                <a:solidFill>
                  <a:schemeClr val="bg1"/>
                </a:solidFill>
                <a:latin typeface="Century Gothic" panose="020B0502020202020204" pitchFamily="34" charset="0"/>
              </a:defRPr>
            </a:lvl1pPr>
          </a:lstStyle>
          <a:p>
            <a:pPr lvl="0"/>
            <a:r>
              <a:rPr lang="en-US" dirty="0"/>
              <a:t>(click to add)  REFERENCES</a:t>
            </a:r>
          </a:p>
        </p:txBody>
      </p:sp>
      <p:sp>
        <p:nvSpPr>
          <p:cNvPr id="28" name="Text Placeholder 3"/>
          <p:cNvSpPr>
            <a:spLocks noGrp="1"/>
          </p:cNvSpPr>
          <p:nvPr>
            <p:ph type="body" sz="quarter" idx="28" hasCustomPrompt="1"/>
          </p:nvPr>
        </p:nvSpPr>
        <p:spPr>
          <a:xfrm>
            <a:off x="22043033" y="10598897"/>
            <a:ext cx="10185796" cy="545148"/>
          </a:xfrm>
          <a:prstGeom prst="rect">
            <a:avLst/>
          </a:prstGeom>
        </p:spPr>
        <p:txBody>
          <a:bodyPr wrap="square" lIns="163258" tIns="163258" rIns="163258" bIns="163258" anchor="t" anchorCtr="0">
            <a:spAutoFit/>
          </a:bodyPr>
          <a:lstStyle>
            <a:lvl1pPr marL="0" indent="0">
              <a:buNone/>
              <a:tabLst/>
              <a:defRPr sz="1400">
                <a:solidFill>
                  <a:schemeClr val="accent5">
                    <a:lumMod val="50000"/>
                  </a:schemeClr>
                </a:solidFill>
                <a:latin typeface="Century Gothic" panose="020B0502020202020204" pitchFamily="34"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22046806" y="15018123"/>
            <a:ext cx="10182022" cy="408882"/>
          </a:xfrm>
          <a:prstGeom prst="rect">
            <a:avLst/>
          </a:prstGeom>
          <a:solidFill>
            <a:schemeClr val="accent5">
              <a:lumMod val="50000"/>
            </a:schemeClr>
          </a:solidFill>
        </p:spPr>
        <p:txBody>
          <a:bodyPr wrap="square" lIns="65304" tIns="65304" rIns="65304" bIns="65304" anchor="t" anchorCtr="0">
            <a:spAutoFit/>
          </a:bodyPr>
          <a:lstStyle>
            <a:lvl1pPr marL="0" indent="0" algn="ctr">
              <a:buNone/>
              <a:defRPr sz="1800" b="1" u="none" baseline="0">
                <a:solidFill>
                  <a:schemeClr val="bg1"/>
                </a:solidFill>
                <a:latin typeface="Century Gothic" panose="020B0502020202020204" pitchFamily="34" charset="0"/>
              </a:defRPr>
            </a:lvl1pPr>
          </a:lstStyle>
          <a:p>
            <a:pPr lvl="0"/>
            <a:r>
              <a:rPr lang="en-US" dirty="0"/>
              <a:t>(click to add)  ACKNOWLEDGEMENTS  or  CONTACT</a:t>
            </a:r>
          </a:p>
        </p:txBody>
      </p:sp>
      <p:sp>
        <p:nvSpPr>
          <p:cNvPr id="30" name="Text Placeholder 3"/>
          <p:cNvSpPr>
            <a:spLocks noGrp="1"/>
          </p:cNvSpPr>
          <p:nvPr>
            <p:ph type="body" sz="quarter" idx="30" hasCustomPrompt="1"/>
          </p:nvPr>
        </p:nvSpPr>
        <p:spPr>
          <a:xfrm>
            <a:off x="22046807" y="15513476"/>
            <a:ext cx="10185796" cy="545148"/>
          </a:xfrm>
          <a:prstGeom prst="rect">
            <a:avLst/>
          </a:prstGeom>
        </p:spPr>
        <p:txBody>
          <a:bodyPr wrap="square" lIns="163258" tIns="163258" rIns="163258" bIns="163258" anchor="t" anchorCtr="0">
            <a:spAutoFit/>
          </a:bodyPr>
          <a:lstStyle>
            <a:lvl1pPr marL="0" indent="0">
              <a:buNone/>
              <a:defRPr sz="1400">
                <a:solidFill>
                  <a:schemeClr val="accent5">
                    <a:lumMod val="50000"/>
                  </a:schemeClr>
                </a:solidFill>
                <a:latin typeface="Century Gothic" panose="020B0502020202020204" pitchFamily="34"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Type in or paste your text here</a:t>
            </a:r>
          </a:p>
        </p:txBody>
      </p:sp>
      <p:sp>
        <p:nvSpPr>
          <p:cNvPr id="63" name="Text Placeholder 76"/>
          <p:cNvSpPr>
            <a:spLocks noGrp="1"/>
          </p:cNvSpPr>
          <p:nvPr>
            <p:ph type="body" sz="quarter" idx="161" hasCustomPrompt="1"/>
          </p:nvPr>
        </p:nvSpPr>
        <p:spPr>
          <a:xfrm>
            <a:off x="4400134" y="1119276"/>
            <a:ext cx="24109797" cy="523220"/>
          </a:xfrm>
          <a:prstGeom prst="rect">
            <a:avLst/>
          </a:prstGeom>
        </p:spPr>
        <p:txBody>
          <a:bodyPr anchor="t" anchorCtr="0">
            <a:spAutoFit/>
          </a:bodyPr>
          <a:lstStyle>
            <a:lvl1pPr marL="0" indent="0" algn="ctr">
              <a:buFontTx/>
              <a:buNone/>
              <a:defRPr sz="2800">
                <a:solidFill>
                  <a:schemeClr val="bg1"/>
                </a:solidFill>
                <a:latin typeface="Century Gothic" panose="020B0502020202020204" pitchFamily="34" charset="0"/>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64" name="Text Placeholder 76"/>
          <p:cNvSpPr>
            <a:spLocks noGrp="1"/>
          </p:cNvSpPr>
          <p:nvPr>
            <p:ph type="body" sz="quarter" idx="195" hasCustomPrompt="1"/>
          </p:nvPr>
        </p:nvSpPr>
        <p:spPr>
          <a:xfrm>
            <a:off x="4406950" y="1780047"/>
            <a:ext cx="24109797" cy="400110"/>
          </a:xfrm>
          <a:prstGeom prst="rect">
            <a:avLst/>
          </a:prstGeom>
        </p:spPr>
        <p:txBody>
          <a:bodyPr anchor="t" anchorCtr="0">
            <a:spAutoFit/>
          </a:bodyPr>
          <a:lstStyle>
            <a:lvl1pPr marL="0" indent="0" algn="ctr">
              <a:buFontTx/>
              <a:buNone/>
              <a:defRPr sz="2000">
                <a:solidFill>
                  <a:schemeClr val="bg1"/>
                </a:solidFill>
                <a:latin typeface="Century Gothic" panose="020B0502020202020204" pitchFamily="34" charset="0"/>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65" name="Text Placeholder 76"/>
          <p:cNvSpPr>
            <a:spLocks noGrp="1"/>
          </p:cNvSpPr>
          <p:nvPr>
            <p:ph type="body" sz="quarter" idx="196" hasCustomPrompt="1"/>
          </p:nvPr>
        </p:nvSpPr>
        <p:spPr>
          <a:xfrm>
            <a:off x="4406950" y="273839"/>
            <a:ext cx="24109797" cy="707886"/>
          </a:xfrm>
          <a:prstGeom prst="rect">
            <a:avLst/>
          </a:prstGeom>
        </p:spPr>
        <p:txBody>
          <a:bodyPr anchor="t" anchorCtr="0">
            <a:spAutoFit/>
          </a:bodyPr>
          <a:lstStyle>
            <a:lvl1pPr marL="0" indent="0" algn="ctr">
              <a:buFontTx/>
              <a:buNone/>
              <a:defRPr sz="4000" b="1">
                <a:solidFill>
                  <a:schemeClr val="bg1"/>
                </a:solidFill>
                <a:latin typeface="Century Gothic" panose="020B0502020202020204" pitchFamily="34" charset="0"/>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extLst>
      <p:ext uri="{BB962C8B-B14F-4D97-AF65-F5344CB8AC3E}">
        <p14:creationId xmlns:p14="http://schemas.microsoft.com/office/powerpoint/2010/main" val="8234609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42x72 template - 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678141" y="4018056"/>
            <a:ext cx="7542610" cy="545148"/>
          </a:xfrm>
          <a:prstGeom prst="rect">
            <a:avLst/>
          </a:prstGeom>
        </p:spPr>
        <p:txBody>
          <a:bodyPr wrap="square" lIns="163258" tIns="163258" rIns="163258" bIns="163258" anchor="t" anchorCtr="0">
            <a:spAutoFit/>
          </a:bodyPr>
          <a:lstStyle>
            <a:lvl1pPr marL="0" indent="0">
              <a:buNone/>
              <a:defRPr sz="1400">
                <a:solidFill>
                  <a:schemeClr val="accent5">
                    <a:lumMod val="50000"/>
                  </a:schemeClr>
                </a:solidFill>
                <a:latin typeface="Century Gothic" panose="020B0502020202020204" pitchFamily="34"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Enter your text here</a:t>
            </a:r>
          </a:p>
        </p:txBody>
      </p:sp>
      <p:sp>
        <p:nvSpPr>
          <p:cNvPr id="6" name="Text Placeholder 5"/>
          <p:cNvSpPr>
            <a:spLocks noGrp="1"/>
          </p:cNvSpPr>
          <p:nvPr>
            <p:ph type="body" sz="quarter" idx="11" hasCustomPrompt="1"/>
          </p:nvPr>
        </p:nvSpPr>
        <p:spPr>
          <a:xfrm>
            <a:off x="691756" y="3577514"/>
            <a:ext cx="7536656" cy="408882"/>
          </a:xfrm>
          <a:prstGeom prst="rect">
            <a:avLst/>
          </a:prstGeom>
          <a:solidFill>
            <a:schemeClr val="accent5">
              <a:lumMod val="50000"/>
            </a:schemeClr>
          </a:solidFill>
        </p:spPr>
        <p:txBody>
          <a:bodyPr lIns="65304" tIns="65304" rIns="65304" bIns="65304" anchor="t" anchorCtr="0">
            <a:spAutoFit/>
          </a:bodyPr>
          <a:lstStyle>
            <a:lvl1pPr marL="0" indent="0" algn="ctr">
              <a:buNone/>
              <a:defRPr sz="1800" b="1" u="none" baseline="0">
                <a:solidFill>
                  <a:schemeClr val="bg1"/>
                </a:solidFill>
                <a:latin typeface="Century Gothic" panose="020B0502020202020204" pitchFamily="34" charset="0"/>
              </a:defRPr>
            </a:lvl1pPr>
          </a:lstStyle>
          <a:p>
            <a:pPr lvl="0"/>
            <a:r>
              <a:rPr lang="en-US" dirty="0"/>
              <a:t>(click to add) INTRODUCTION or ABSTRACT</a:t>
            </a:r>
          </a:p>
        </p:txBody>
      </p:sp>
      <p:sp>
        <p:nvSpPr>
          <p:cNvPr id="19" name="Text Placeholder 3"/>
          <p:cNvSpPr>
            <a:spLocks noGrp="1"/>
          </p:cNvSpPr>
          <p:nvPr>
            <p:ph type="body" sz="quarter" idx="19" hasCustomPrompt="1"/>
          </p:nvPr>
        </p:nvSpPr>
        <p:spPr>
          <a:xfrm>
            <a:off x="691755" y="8825780"/>
            <a:ext cx="7528993" cy="545148"/>
          </a:xfrm>
          <a:prstGeom prst="rect">
            <a:avLst/>
          </a:prstGeom>
        </p:spPr>
        <p:txBody>
          <a:bodyPr wrap="square" lIns="163258" tIns="163258" rIns="163258" bIns="163258" anchor="t" anchorCtr="0">
            <a:spAutoFit/>
          </a:bodyPr>
          <a:lstStyle>
            <a:lvl1pPr marL="0" indent="0">
              <a:buNone/>
              <a:defRPr sz="1400">
                <a:solidFill>
                  <a:schemeClr val="accent5">
                    <a:lumMod val="50000"/>
                  </a:schemeClr>
                </a:solidFill>
                <a:latin typeface="Century Gothic" panose="020B0502020202020204" pitchFamily="34"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Enter your text here</a:t>
            </a:r>
          </a:p>
        </p:txBody>
      </p:sp>
      <p:sp>
        <p:nvSpPr>
          <p:cNvPr id="20" name="Text Placeholder 5"/>
          <p:cNvSpPr>
            <a:spLocks noGrp="1"/>
          </p:cNvSpPr>
          <p:nvPr>
            <p:ph type="body" sz="quarter" idx="20" hasCustomPrompt="1"/>
          </p:nvPr>
        </p:nvSpPr>
        <p:spPr>
          <a:xfrm>
            <a:off x="691755" y="8329105"/>
            <a:ext cx="7537845" cy="408882"/>
          </a:xfrm>
          <a:prstGeom prst="rect">
            <a:avLst/>
          </a:prstGeom>
          <a:solidFill>
            <a:schemeClr val="accent5">
              <a:lumMod val="50000"/>
            </a:schemeClr>
          </a:solidFill>
        </p:spPr>
        <p:txBody>
          <a:bodyPr wrap="square" lIns="65304" tIns="65304" rIns="65304" bIns="65304" anchor="t" anchorCtr="0">
            <a:spAutoFit/>
          </a:bodyPr>
          <a:lstStyle>
            <a:lvl1pPr marL="0" indent="0" algn="ctr">
              <a:buNone/>
              <a:defRPr sz="1800" b="1" u="none" baseline="0">
                <a:solidFill>
                  <a:schemeClr val="bg1"/>
                </a:solidFill>
                <a:latin typeface="Century Gothic" panose="020B0502020202020204" pitchFamily="34" charset="0"/>
              </a:defRPr>
            </a:lvl1pPr>
          </a:lstStyle>
          <a:p>
            <a:pPr lvl="0"/>
            <a:r>
              <a:rPr lang="en-US" dirty="0"/>
              <a:t>(click to add)  OBJECTIVES</a:t>
            </a:r>
          </a:p>
        </p:txBody>
      </p:sp>
      <p:sp>
        <p:nvSpPr>
          <p:cNvPr id="21" name="Text Placeholder 3"/>
          <p:cNvSpPr>
            <a:spLocks noGrp="1"/>
          </p:cNvSpPr>
          <p:nvPr>
            <p:ph type="body" sz="quarter" idx="21" hasCustomPrompt="1"/>
          </p:nvPr>
        </p:nvSpPr>
        <p:spPr>
          <a:xfrm>
            <a:off x="8696187" y="4037488"/>
            <a:ext cx="15540037" cy="545148"/>
          </a:xfrm>
          <a:prstGeom prst="rect">
            <a:avLst/>
          </a:prstGeom>
        </p:spPr>
        <p:txBody>
          <a:bodyPr wrap="square" lIns="163258" tIns="163258" rIns="163258" bIns="163258" anchor="t" anchorCtr="0">
            <a:spAutoFit/>
          </a:bodyPr>
          <a:lstStyle>
            <a:lvl1pPr marL="0" indent="0">
              <a:buNone/>
              <a:defRPr sz="1400">
                <a:solidFill>
                  <a:schemeClr val="accent5">
                    <a:lumMod val="50000"/>
                  </a:schemeClr>
                </a:solidFill>
                <a:latin typeface="Century Gothic" panose="020B0502020202020204" pitchFamily="34"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Enter your text here</a:t>
            </a:r>
          </a:p>
        </p:txBody>
      </p:sp>
      <p:sp>
        <p:nvSpPr>
          <p:cNvPr id="22" name="Text Placeholder 5"/>
          <p:cNvSpPr>
            <a:spLocks noGrp="1"/>
          </p:cNvSpPr>
          <p:nvPr>
            <p:ph type="body" sz="quarter" idx="22" hasCustomPrompt="1"/>
          </p:nvPr>
        </p:nvSpPr>
        <p:spPr>
          <a:xfrm>
            <a:off x="8696187" y="3577514"/>
            <a:ext cx="15540038" cy="408882"/>
          </a:xfrm>
          <a:prstGeom prst="rect">
            <a:avLst/>
          </a:prstGeom>
          <a:solidFill>
            <a:schemeClr val="accent5">
              <a:lumMod val="50000"/>
            </a:schemeClr>
          </a:solidFill>
        </p:spPr>
        <p:txBody>
          <a:bodyPr wrap="square" lIns="65304" tIns="65304" rIns="65304" bIns="65304" anchor="t" anchorCtr="0">
            <a:spAutoFit/>
          </a:bodyPr>
          <a:lstStyle>
            <a:lvl1pPr marL="0" indent="0" algn="ctr">
              <a:buNone/>
              <a:defRPr sz="1800" b="1" u="none" baseline="0">
                <a:solidFill>
                  <a:schemeClr val="bg1"/>
                </a:solidFill>
                <a:latin typeface="Century Gothic" panose="020B0502020202020204" pitchFamily="34" charset="0"/>
              </a:defRPr>
            </a:lvl1pPr>
          </a:lstStyle>
          <a:p>
            <a:pPr lvl="0"/>
            <a:r>
              <a:rPr lang="en-US" dirty="0"/>
              <a:t>(header)  MATERIALS &amp; METHODS</a:t>
            </a:r>
          </a:p>
        </p:txBody>
      </p:sp>
      <p:sp>
        <p:nvSpPr>
          <p:cNvPr id="23" name="Text Placeholder 3"/>
          <p:cNvSpPr>
            <a:spLocks noGrp="1"/>
          </p:cNvSpPr>
          <p:nvPr>
            <p:ph type="body" sz="quarter" idx="23" hasCustomPrompt="1"/>
          </p:nvPr>
        </p:nvSpPr>
        <p:spPr>
          <a:xfrm>
            <a:off x="8696187" y="12796679"/>
            <a:ext cx="15540038" cy="545148"/>
          </a:xfrm>
          <a:prstGeom prst="rect">
            <a:avLst/>
          </a:prstGeom>
        </p:spPr>
        <p:txBody>
          <a:bodyPr wrap="square" lIns="163258" tIns="163258" rIns="163258" bIns="163258" anchor="t" anchorCtr="0">
            <a:spAutoFit/>
          </a:bodyPr>
          <a:lstStyle>
            <a:lvl1pPr marL="0" indent="0">
              <a:buNone/>
              <a:defRPr sz="1400">
                <a:solidFill>
                  <a:schemeClr val="accent5">
                    <a:lumMod val="50000"/>
                  </a:schemeClr>
                </a:solidFill>
                <a:latin typeface="Century Gothic" panose="020B0502020202020204" pitchFamily="34"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Enter your text here</a:t>
            </a:r>
          </a:p>
        </p:txBody>
      </p:sp>
      <p:sp>
        <p:nvSpPr>
          <p:cNvPr id="24" name="Text Placeholder 5"/>
          <p:cNvSpPr>
            <a:spLocks noGrp="1"/>
          </p:cNvSpPr>
          <p:nvPr>
            <p:ph type="body" sz="quarter" idx="24" hasCustomPrompt="1"/>
          </p:nvPr>
        </p:nvSpPr>
        <p:spPr>
          <a:xfrm>
            <a:off x="8696187" y="12332075"/>
            <a:ext cx="15540038" cy="408882"/>
          </a:xfrm>
          <a:prstGeom prst="rect">
            <a:avLst/>
          </a:prstGeom>
          <a:solidFill>
            <a:schemeClr val="accent5">
              <a:lumMod val="50000"/>
            </a:schemeClr>
          </a:solidFill>
        </p:spPr>
        <p:txBody>
          <a:bodyPr wrap="square" lIns="65304" tIns="65304" rIns="65304" bIns="65304" anchor="t" anchorCtr="0">
            <a:spAutoFit/>
          </a:bodyPr>
          <a:lstStyle>
            <a:lvl1pPr marL="0" indent="0" algn="ctr">
              <a:buNone/>
              <a:defRPr sz="1800" b="1" u="none" baseline="0">
                <a:solidFill>
                  <a:schemeClr val="bg1"/>
                </a:solidFill>
                <a:latin typeface="Century Gothic" panose="020B0502020202020204" pitchFamily="34" charset="0"/>
              </a:defRPr>
            </a:lvl1pPr>
          </a:lstStyle>
          <a:p>
            <a:pPr lvl="0"/>
            <a:r>
              <a:rPr lang="en-US" dirty="0"/>
              <a:t>(click to add)  RESULTS</a:t>
            </a:r>
          </a:p>
        </p:txBody>
      </p:sp>
      <p:sp>
        <p:nvSpPr>
          <p:cNvPr id="25" name="Text Placeholder 5"/>
          <p:cNvSpPr>
            <a:spLocks noGrp="1"/>
          </p:cNvSpPr>
          <p:nvPr>
            <p:ph type="body" sz="quarter" idx="25" hasCustomPrompt="1"/>
          </p:nvPr>
        </p:nvSpPr>
        <p:spPr>
          <a:xfrm>
            <a:off x="24715629" y="3577514"/>
            <a:ext cx="7535264" cy="408882"/>
          </a:xfrm>
          <a:prstGeom prst="rect">
            <a:avLst/>
          </a:prstGeom>
          <a:solidFill>
            <a:schemeClr val="accent5">
              <a:lumMod val="50000"/>
            </a:schemeClr>
          </a:solidFill>
        </p:spPr>
        <p:txBody>
          <a:bodyPr wrap="square" lIns="65304" tIns="65304" rIns="65304" bIns="65304" anchor="t" anchorCtr="0">
            <a:spAutoFit/>
          </a:bodyPr>
          <a:lstStyle>
            <a:lvl1pPr marL="0" indent="0" algn="ctr">
              <a:buNone/>
              <a:defRPr sz="1800" b="1" u="none" baseline="0">
                <a:solidFill>
                  <a:schemeClr val="bg1"/>
                </a:solidFill>
                <a:latin typeface="Century Gothic" panose="020B0502020202020204" pitchFamily="34" charset="0"/>
              </a:defRPr>
            </a:lvl1pPr>
          </a:lstStyle>
          <a:p>
            <a:pPr lvl="0"/>
            <a:r>
              <a:rPr lang="en-US" dirty="0"/>
              <a:t>(click to add) CONCLUSIONS</a:t>
            </a:r>
          </a:p>
        </p:txBody>
      </p:sp>
      <p:sp>
        <p:nvSpPr>
          <p:cNvPr id="26" name="Text Placeholder 3"/>
          <p:cNvSpPr>
            <a:spLocks noGrp="1"/>
          </p:cNvSpPr>
          <p:nvPr>
            <p:ph type="body" sz="quarter" idx="26" hasCustomPrompt="1"/>
          </p:nvPr>
        </p:nvSpPr>
        <p:spPr>
          <a:xfrm>
            <a:off x="24715629" y="4042119"/>
            <a:ext cx="7535264" cy="545148"/>
          </a:xfrm>
          <a:prstGeom prst="rect">
            <a:avLst/>
          </a:prstGeom>
        </p:spPr>
        <p:txBody>
          <a:bodyPr wrap="square" lIns="163258" tIns="163258" rIns="163258" bIns="163258" anchor="t" anchorCtr="0">
            <a:spAutoFit/>
          </a:bodyPr>
          <a:lstStyle>
            <a:lvl1pPr marL="0" indent="0">
              <a:buNone/>
              <a:defRPr sz="1400">
                <a:solidFill>
                  <a:schemeClr val="accent5">
                    <a:lumMod val="50000"/>
                  </a:schemeClr>
                </a:solidFill>
                <a:latin typeface="Century Gothic" panose="020B0502020202020204" pitchFamily="34"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Enter your text here</a:t>
            </a:r>
          </a:p>
        </p:txBody>
      </p:sp>
      <p:sp>
        <p:nvSpPr>
          <p:cNvPr id="27" name="Text Placeholder 5"/>
          <p:cNvSpPr>
            <a:spLocks noGrp="1"/>
          </p:cNvSpPr>
          <p:nvPr>
            <p:ph type="body" sz="quarter" idx="27" hasCustomPrompt="1"/>
          </p:nvPr>
        </p:nvSpPr>
        <p:spPr>
          <a:xfrm>
            <a:off x="24715629" y="8364237"/>
            <a:ext cx="7535264" cy="408882"/>
          </a:xfrm>
          <a:prstGeom prst="rect">
            <a:avLst/>
          </a:prstGeom>
          <a:solidFill>
            <a:schemeClr val="accent5">
              <a:lumMod val="50000"/>
            </a:schemeClr>
          </a:solidFill>
        </p:spPr>
        <p:txBody>
          <a:bodyPr wrap="square" lIns="65304" tIns="65304" rIns="65304" bIns="65304" anchor="t" anchorCtr="0">
            <a:spAutoFit/>
          </a:bodyPr>
          <a:lstStyle>
            <a:lvl1pPr marL="0" indent="0" algn="ctr">
              <a:buNone/>
              <a:defRPr sz="1800" b="1" u="none" baseline="0">
                <a:solidFill>
                  <a:schemeClr val="bg1"/>
                </a:solidFill>
                <a:latin typeface="Century Gothic" panose="020B0502020202020204" pitchFamily="34" charset="0"/>
              </a:defRPr>
            </a:lvl1pPr>
          </a:lstStyle>
          <a:p>
            <a:pPr lvl="0"/>
            <a:r>
              <a:rPr lang="en-US" dirty="0"/>
              <a:t>(click to add) REFERENCES</a:t>
            </a:r>
          </a:p>
        </p:txBody>
      </p:sp>
      <p:sp>
        <p:nvSpPr>
          <p:cNvPr id="28" name="Text Placeholder 3"/>
          <p:cNvSpPr>
            <a:spLocks noGrp="1"/>
          </p:cNvSpPr>
          <p:nvPr>
            <p:ph type="body" sz="quarter" idx="28" hasCustomPrompt="1"/>
          </p:nvPr>
        </p:nvSpPr>
        <p:spPr>
          <a:xfrm>
            <a:off x="24713742" y="8828841"/>
            <a:ext cx="7539038" cy="545148"/>
          </a:xfrm>
          <a:prstGeom prst="rect">
            <a:avLst/>
          </a:prstGeom>
        </p:spPr>
        <p:txBody>
          <a:bodyPr wrap="square" lIns="163258" tIns="163258" rIns="163258" bIns="163258" anchor="t" anchorCtr="0">
            <a:spAutoFit/>
          </a:bodyPr>
          <a:lstStyle>
            <a:lvl1pPr marL="0" indent="0">
              <a:buNone/>
              <a:defRPr sz="1400">
                <a:solidFill>
                  <a:schemeClr val="accent5">
                    <a:lumMod val="50000"/>
                  </a:schemeClr>
                </a:solidFill>
                <a:latin typeface="Century Gothic" panose="020B0502020202020204" pitchFamily="34"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Enter your text here</a:t>
            </a:r>
          </a:p>
        </p:txBody>
      </p:sp>
      <p:sp>
        <p:nvSpPr>
          <p:cNvPr id="29" name="Text Placeholder 5"/>
          <p:cNvSpPr>
            <a:spLocks noGrp="1"/>
          </p:cNvSpPr>
          <p:nvPr>
            <p:ph type="body" sz="quarter" idx="29" hasCustomPrompt="1"/>
          </p:nvPr>
        </p:nvSpPr>
        <p:spPr>
          <a:xfrm>
            <a:off x="24715629" y="15018123"/>
            <a:ext cx="7535264" cy="408882"/>
          </a:xfrm>
          <a:prstGeom prst="rect">
            <a:avLst/>
          </a:prstGeom>
          <a:solidFill>
            <a:schemeClr val="accent5">
              <a:lumMod val="50000"/>
            </a:schemeClr>
          </a:solidFill>
        </p:spPr>
        <p:txBody>
          <a:bodyPr wrap="square" lIns="65304" tIns="65304" rIns="65304" bIns="65304" anchor="t" anchorCtr="0">
            <a:spAutoFit/>
          </a:bodyPr>
          <a:lstStyle>
            <a:lvl1pPr marL="0" indent="0" algn="ctr">
              <a:buNone/>
              <a:defRPr sz="1800" b="1" u="none" baseline="0">
                <a:solidFill>
                  <a:schemeClr val="bg1"/>
                </a:solidFill>
                <a:latin typeface="Century Gothic" panose="020B0502020202020204" pitchFamily="34" charset="0"/>
              </a:defRPr>
            </a:lvl1pPr>
          </a:lstStyle>
          <a:p>
            <a:pPr lvl="0"/>
            <a:r>
              <a:rPr lang="en-US" dirty="0"/>
              <a:t>(click to add)  ACKNOWLEDGEMENTS or CONTACT</a:t>
            </a:r>
          </a:p>
        </p:txBody>
      </p:sp>
      <p:sp>
        <p:nvSpPr>
          <p:cNvPr id="30" name="Text Placeholder 3"/>
          <p:cNvSpPr>
            <a:spLocks noGrp="1"/>
          </p:cNvSpPr>
          <p:nvPr>
            <p:ph type="body" sz="quarter" idx="30" hasCustomPrompt="1"/>
          </p:nvPr>
        </p:nvSpPr>
        <p:spPr>
          <a:xfrm>
            <a:off x="24713742" y="15486960"/>
            <a:ext cx="7539038" cy="545148"/>
          </a:xfrm>
          <a:prstGeom prst="rect">
            <a:avLst/>
          </a:prstGeom>
        </p:spPr>
        <p:txBody>
          <a:bodyPr wrap="square" lIns="163258" tIns="163258" rIns="163258" bIns="163258" anchor="t" anchorCtr="0">
            <a:spAutoFit/>
          </a:bodyPr>
          <a:lstStyle>
            <a:lvl1pPr marL="0" indent="0">
              <a:buNone/>
              <a:defRPr sz="1400">
                <a:solidFill>
                  <a:schemeClr val="accent5">
                    <a:lumMod val="50000"/>
                  </a:schemeClr>
                </a:solidFill>
                <a:latin typeface="Century Gothic" panose="020B0502020202020204" pitchFamily="34"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Enter your text here</a:t>
            </a:r>
          </a:p>
        </p:txBody>
      </p:sp>
      <p:sp>
        <p:nvSpPr>
          <p:cNvPr id="73" name="Text Placeholder 76"/>
          <p:cNvSpPr>
            <a:spLocks noGrp="1"/>
          </p:cNvSpPr>
          <p:nvPr>
            <p:ph type="body" sz="quarter" idx="161" hasCustomPrompt="1"/>
          </p:nvPr>
        </p:nvSpPr>
        <p:spPr>
          <a:xfrm>
            <a:off x="4406950" y="1151923"/>
            <a:ext cx="24109797" cy="523220"/>
          </a:xfrm>
          <a:prstGeom prst="rect">
            <a:avLst/>
          </a:prstGeom>
        </p:spPr>
        <p:txBody>
          <a:bodyPr anchor="t" anchorCtr="0">
            <a:spAutoFit/>
          </a:bodyPr>
          <a:lstStyle>
            <a:lvl1pPr marL="0" indent="0" algn="ctr">
              <a:buFontTx/>
              <a:buNone/>
              <a:defRPr sz="2800">
                <a:solidFill>
                  <a:schemeClr val="bg1"/>
                </a:solidFill>
                <a:latin typeface="Century Gothic" panose="020B0502020202020204" pitchFamily="34" charset="0"/>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74" name="Text Placeholder 76"/>
          <p:cNvSpPr>
            <a:spLocks noGrp="1"/>
          </p:cNvSpPr>
          <p:nvPr>
            <p:ph type="body" sz="quarter" idx="195" hasCustomPrompt="1"/>
          </p:nvPr>
        </p:nvSpPr>
        <p:spPr>
          <a:xfrm>
            <a:off x="4411306" y="1851156"/>
            <a:ext cx="24109797" cy="400110"/>
          </a:xfrm>
          <a:prstGeom prst="rect">
            <a:avLst/>
          </a:prstGeom>
        </p:spPr>
        <p:txBody>
          <a:bodyPr anchor="t" anchorCtr="0">
            <a:spAutoFit/>
          </a:bodyPr>
          <a:lstStyle>
            <a:lvl1pPr marL="0" indent="0" algn="ctr">
              <a:buFontTx/>
              <a:buNone/>
              <a:defRPr sz="2000">
                <a:solidFill>
                  <a:schemeClr val="bg1"/>
                </a:solidFill>
                <a:latin typeface="Century Gothic" panose="020B0502020202020204" pitchFamily="34" charset="0"/>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5" name="Text Placeholder 76"/>
          <p:cNvSpPr>
            <a:spLocks noGrp="1"/>
          </p:cNvSpPr>
          <p:nvPr>
            <p:ph type="body" sz="quarter" idx="196" hasCustomPrompt="1"/>
          </p:nvPr>
        </p:nvSpPr>
        <p:spPr>
          <a:xfrm>
            <a:off x="4409128" y="273839"/>
            <a:ext cx="24109797" cy="707886"/>
          </a:xfrm>
          <a:prstGeom prst="rect">
            <a:avLst/>
          </a:prstGeom>
        </p:spPr>
        <p:txBody>
          <a:bodyPr anchor="t" anchorCtr="0">
            <a:spAutoFit/>
          </a:bodyPr>
          <a:lstStyle>
            <a:lvl1pPr marL="0" indent="0" algn="ctr">
              <a:buFontTx/>
              <a:buNone/>
              <a:defRPr sz="4000" b="1">
                <a:solidFill>
                  <a:schemeClr val="bg1"/>
                </a:solidFill>
                <a:latin typeface="Century Gothic" panose="020B0502020202020204" pitchFamily="34" charset="0"/>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extLst>
      <p:ext uri="{BB962C8B-B14F-4D97-AF65-F5344CB8AC3E}">
        <p14:creationId xmlns:p14="http://schemas.microsoft.com/office/powerpoint/2010/main" val="31374882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ithout guides - 3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678140" y="3574759"/>
            <a:ext cx="10193458" cy="545148"/>
          </a:xfrm>
          <a:prstGeom prst="rect">
            <a:avLst/>
          </a:prstGeom>
        </p:spPr>
        <p:txBody>
          <a:bodyPr wrap="square" lIns="163258" tIns="163258" rIns="163258" bIns="163258">
            <a:spAutoFit/>
          </a:bodyPr>
          <a:lstStyle>
            <a:lvl1pPr marL="0" indent="0">
              <a:buNone/>
              <a:defRPr sz="1400">
                <a:solidFill>
                  <a:schemeClr val="accent5">
                    <a:lumMod val="50000"/>
                  </a:schemeClr>
                </a:solidFill>
                <a:latin typeface="Times New Roman" panose="02020603050405020304" pitchFamily="18"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691754" y="3110154"/>
            <a:ext cx="10179845" cy="455049"/>
          </a:xfrm>
          <a:prstGeom prst="rect">
            <a:avLst/>
          </a:prstGeom>
          <a:noFill/>
        </p:spPr>
        <p:txBody>
          <a:bodyPr wrap="square" lIns="65304" tIns="65304" rIns="65304" bIns="65304" anchor="ctr" anchorCtr="0">
            <a:spAutoFit/>
          </a:bodyPr>
          <a:lstStyle>
            <a:lvl1pPr marL="0" indent="0" algn="ctr">
              <a:buNone/>
              <a:defRPr sz="2100" b="1" u="sng" baseline="0">
                <a:solidFill>
                  <a:schemeClr val="accent5">
                    <a:lumMod val="50000"/>
                  </a:schemeClr>
                </a:solidFill>
              </a:defRPr>
            </a:lvl1pPr>
          </a:lstStyle>
          <a:p>
            <a:pPr lvl="0"/>
            <a:r>
              <a:rPr lang="en-US" dirty="0"/>
              <a:t>(click to add) INTRODUCTION or ABSTRACT</a:t>
            </a:r>
          </a:p>
        </p:txBody>
      </p:sp>
      <p:sp>
        <p:nvSpPr>
          <p:cNvPr id="19" name="Text Placeholder 3"/>
          <p:cNvSpPr>
            <a:spLocks noGrp="1"/>
          </p:cNvSpPr>
          <p:nvPr>
            <p:ph type="body" sz="quarter" idx="19" hasCustomPrompt="1"/>
          </p:nvPr>
        </p:nvSpPr>
        <p:spPr>
          <a:xfrm>
            <a:off x="691754" y="10573497"/>
            <a:ext cx="10194648" cy="545148"/>
          </a:xfrm>
          <a:prstGeom prst="rect">
            <a:avLst/>
          </a:prstGeom>
        </p:spPr>
        <p:txBody>
          <a:bodyPr wrap="square" lIns="163258" tIns="163258" rIns="163258" bIns="163258">
            <a:spAutoFit/>
          </a:bodyPr>
          <a:lstStyle>
            <a:lvl1pPr marL="0" indent="0">
              <a:buNone/>
              <a:defRPr sz="1400">
                <a:solidFill>
                  <a:schemeClr val="accent5">
                    <a:lumMod val="50000"/>
                  </a:schemeClr>
                </a:solidFill>
                <a:latin typeface="Times New Roman" panose="02020603050405020304" pitchFamily="18"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Type in or paste your text here</a:t>
            </a:r>
          </a:p>
        </p:txBody>
      </p:sp>
      <p:sp>
        <p:nvSpPr>
          <p:cNvPr id="20" name="Text Placeholder 5"/>
          <p:cNvSpPr>
            <a:spLocks noGrp="1"/>
          </p:cNvSpPr>
          <p:nvPr>
            <p:ph type="body" sz="quarter" idx="20" hasCustomPrompt="1"/>
          </p:nvPr>
        </p:nvSpPr>
        <p:spPr>
          <a:xfrm>
            <a:off x="706560" y="10096874"/>
            <a:ext cx="10179844" cy="455049"/>
          </a:xfrm>
          <a:prstGeom prst="rect">
            <a:avLst/>
          </a:prstGeom>
          <a:noFill/>
        </p:spPr>
        <p:txBody>
          <a:bodyPr wrap="square" lIns="65304" tIns="65304" rIns="65304" bIns="65304" anchor="ctr" anchorCtr="0">
            <a:spAutoFit/>
          </a:bodyPr>
          <a:lstStyle>
            <a:lvl1pPr marL="0" indent="0" algn="ctr">
              <a:buNone/>
              <a:defRPr sz="21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11365708" y="12530349"/>
            <a:ext cx="10178651" cy="545148"/>
          </a:xfrm>
          <a:prstGeom prst="rect">
            <a:avLst/>
          </a:prstGeom>
        </p:spPr>
        <p:txBody>
          <a:bodyPr wrap="square" lIns="163258" tIns="163258" rIns="163258" bIns="163258">
            <a:spAutoFit/>
          </a:bodyPr>
          <a:lstStyle>
            <a:lvl1pPr marL="0" indent="0">
              <a:buNone/>
              <a:defRPr sz="1400">
                <a:solidFill>
                  <a:schemeClr val="accent5">
                    <a:lumMod val="50000"/>
                  </a:schemeClr>
                </a:solidFill>
                <a:latin typeface="Times New Roman" panose="02020603050405020304" pitchFamily="18"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Type in or paste your text here</a:t>
            </a:r>
          </a:p>
        </p:txBody>
      </p:sp>
      <p:sp>
        <p:nvSpPr>
          <p:cNvPr id="22" name="Text Placeholder 5"/>
          <p:cNvSpPr>
            <a:spLocks noGrp="1"/>
          </p:cNvSpPr>
          <p:nvPr>
            <p:ph type="body" sz="quarter" idx="22" hasCustomPrompt="1"/>
          </p:nvPr>
        </p:nvSpPr>
        <p:spPr>
          <a:xfrm>
            <a:off x="11365708" y="12039627"/>
            <a:ext cx="10178651" cy="455049"/>
          </a:xfrm>
          <a:prstGeom prst="rect">
            <a:avLst/>
          </a:prstGeom>
          <a:noFill/>
        </p:spPr>
        <p:txBody>
          <a:bodyPr wrap="square" lIns="65304" tIns="65304" rIns="65304" bIns="65304" anchor="ctr" anchorCtr="0">
            <a:spAutoFit/>
          </a:bodyPr>
          <a:lstStyle>
            <a:lvl1pPr marL="0" indent="0" algn="ctr">
              <a:buNone/>
              <a:defRPr sz="2100" b="1" u="sng" baseline="0">
                <a:solidFill>
                  <a:schemeClr val="accent5">
                    <a:lumMod val="50000"/>
                  </a:schemeClr>
                </a:solidFill>
              </a:defRPr>
            </a:lvl1pPr>
          </a:lstStyle>
          <a:p>
            <a:pPr lvl="0"/>
            <a:r>
              <a:rPr lang="en-US" dirty="0"/>
              <a:t>(click to add)  MATERIALS &amp; METHODS</a:t>
            </a:r>
          </a:p>
        </p:txBody>
      </p:sp>
      <p:sp>
        <p:nvSpPr>
          <p:cNvPr id="23" name="Text Placeholder 3"/>
          <p:cNvSpPr>
            <a:spLocks noGrp="1"/>
          </p:cNvSpPr>
          <p:nvPr>
            <p:ph type="body" sz="quarter" idx="23" hasCustomPrompt="1"/>
          </p:nvPr>
        </p:nvSpPr>
        <p:spPr>
          <a:xfrm>
            <a:off x="11371662" y="3579389"/>
            <a:ext cx="10178651" cy="545148"/>
          </a:xfrm>
          <a:prstGeom prst="rect">
            <a:avLst/>
          </a:prstGeom>
        </p:spPr>
        <p:txBody>
          <a:bodyPr wrap="square" lIns="163258" tIns="163258" rIns="163258" bIns="163258">
            <a:spAutoFit/>
          </a:bodyPr>
          <a:lstStyle>
            <a:lvl1pPr marL="0" indent="0">
              <a:buNone/>
              <a:tabLst/>
              <a:defRPr sz="1400">
                <a:solidFill>
                  <a:schemeClr val="accent5">
                    <a:lumMod val="50000"/>
                  </a:schemeClr>
                </a:solidFill>
                <a:latin typeface="Times New Roman" panose="02020603050405020304" pitchFamily="18"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Type in or paste your text here</a:t>
            </a:r>
          </a:p>
        </p:txBody>
      </p:sp>
      <p:sp>
        <p:nvSpPr>
          <p:cNvPr id="24" name="Text Placeholder 5"/>
          <p:cNvSpPr>
            <a:spLocks noGrp="1"/>
          </p:cNvSpPr>
          <p:nvPr>
            <p:ph type="body" sz="quarter" idx="24" hasCustomPrompt="1"/>
          </p:nvPr>
        </p:nvSpPr>
        <p:spPr>
          <a:xfrm>
            <a:off x="11365708" y="3110154"/>
            <a:ext cx="10184606" cy="455049"/>
          </a:xfrm>
          <a:prstGeom prst="rect">
            <a:avLst/>
          </a:prstGeom>
          <a:noFill/>
        </p:spPr>
        <p:txBody>
          <a:bodyPr wrap="square" lIns="65304" tIns="65304" rIns="65304" bIns="65304" anchor="ctr" anchorCtr="0">
            <a:spAutoFit/>
          </a:bodyPr>
          <a:lstStyle>
            <a:lvl1pPr marL="0" indent="0" algn="ctr">
              <a:buNone/>
              <a:defRPr sz="21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22046806" y="3110154"/>
            <a:ext cx="10182022" cy="455049"/>
          </a:xfrm>
          <a:prstGeom prst="rect">
            <a:avLst/>
          </a:prstGeom>
          <a:noFill/>
        </p:spPr>
        <p:txBody>
          <a:bodyPr wrap="square" lIns="65304" tIns="65304" rIns="65304" bIns="65304" anchor="ctr" anchorCtr="0">
            <a:spAutoFit/>
          </a:bodyPr>
          <a:lstStyle>
            <a:lvl1pPr marL="0" indent="0" algn="ctr">
              <a:buNone/>
              <a:defRPr sz="21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22046806" y="3574759"/>
            <a:ext cx="10182022" cy="545148"/>
          </a:xfrm>
          <a:prstGeom prst="rect">
            <a:avLst/>
          </a:prstGeom>
        </p:spPr>
        <p:txBody>
          <a:bodyPr wrap="square" lIns="163258" tIns="163258" rIns="163258" bIns="163258">
            <a:spAutoFit/>
          </a:bodyPr>
          <a:lstStyle>
            <a:lvl1pPr marL="0" indent="0">
              <a:buNone/>
              <a:defRPr sz="1400">
                <a:solidFill>
                  <a:schemeClr val="accent5">
                    <a:lumMod val="50000"/>
                  </a:schemeClr>
                </a:solidFill>
                <a:latin typeface="Times New Roman" panose="02020603050405020304" pitchFamily="18"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22046806" y="10078145"/>
            <a:ext cx="10182022" cy="455049"/>
          </a:xfrm>
          <a:prstGeom prst="rect">
            <a:avLst/>
          </a:prstGeom>
          <a:noFill/>
        </p:spPr>
        <p:txBody>
          <a:bodyPr wrap="square" lIns="65304" tIns="65304" rIns="65304" bIns="65304" anchor="ctr" anchorCtr="0">
            <a:spAutoFit/>
          </a:bodyPr>
          <a:lstStyle>
            <a:lvl1pPr marL="0" indent="0" algn="ctr">
              <a:buNone/>
              <a:defRPr sz="21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22043033" y="10598897"/>
            <a:ext cx="10185796" cy="545148"/>
          </a:xfrm>
          <a:prstGeom prst="rect">
            <a:avLst/>
          </a:prstGeom>
        </p:spPr>
        <p:txBody>
          <a:bodyPr wrap="square" lIns="163258" tIns="163258" rIns="163258" bIns="163258">
            <a:spAutoFit/>
          </a:bodyPr>
          <a:lstStyle>
            <a:lvl1pPr marL="0" indent="0">
              <a:buNone/>
              <a:tabLst/>
              <a:defRPr sz="1400">
                <a:solidFill>
                  <a:schemeClr val="accent5">
                    <a:lumMod val="50000"/>
                  </a:schemeClr>
                </a:solidFill>
                <a:latin typeface="Times New Roman" panose="02020603050405020304" pitchFamily="18"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22046806" y="15018123"/>
            <a:ext cx="10182022" cy="455049"/>
          </a:xfrm>
          <a:prstGeom prst="rect">
            <a:avLst/>
          </a:prstGeom>
          <a:noFill/>
        </p:spPr>
        <p:txBody>
          <a:bodyPr wrap="square" lIns="65304" tIns="65304" rIns="65304" bIns="65304" anchor="ctr" anchorCtr="0">
            <a:spAutoFit/>
          </a:bodyPr>
          <a:lstStyle>
            <a:lvl1pPr marL="0" indent="0" algn="ctr">
              <a:buNone/>
              <a:defRPr sz="2100" b="1" u="sng" baseline="0">
                <a:solidFill>
                  <a:schemeClr val="accent5">
                    <a:lumMod val="50000"/>
                  </a:schemeClr>
                </a:solidFill>
              </a:defRPr>
            </a:lvl1pPr>
          </a:lstStyle>
          <a:p>
            <a:pPr lvl="0"/>
            <a:r>
              <a:rPr lang="en-US" dirty="0"/>
              <a:t>(click to add)  ACKNOWLEDGEMENTS  or  CONTACT</a:t>
            </a:r>
          </a:p>
        </p:txBody>
      </p:sp>
      <p:sp>
        <p:nvSpPr>
          <p:cNvPr id="30" name="Text Placeholder 3"/>
          <p:cNvSpPr>
            <a:spLocks noGrp="1"/>
          </p:cNvSpPr>
          <p:nvPr>
            <p:ph type="body" sz="quarter" idx="30" hasCustomPrompt="1"/>
          </p:nvPr>
        </p:nvSpPr>
        <p:spPr>
          <a:xfrm>
            <a:off x="22046807" y="15513476"/>
            <a:ext cx="10185796" cy="545148"/>
          </a:xfrm>
          <a:prstGeom prst="rect">
            <a:avLst/>
          </a:prstGeom>
        </p:spPr>
        <p:txBody>
          <a:bodyPr wrap="square" lIns="163258" tIns="163258" rIns="163258" bIns="163258">
            <a:spAutoFit/>
          </a:bodyPr>
          <a:lstStyle>
            <a:lvl1pPr marL="0" indent="0">
              <a:buNone/>
              <a:defRPr sz="1400">
                <a:solidFill>
                  <a:schemeClr val="accent5">
                    <a:lumMod val="50000"/>
                  </a:schemeClr>
                </a:solidFill>
                <a:latin typeface="Times New Roman" panose="02020603050405020304" pitchFamily="18"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Type in or paste your text here</a:t>
            </a:r>
          </a:p>
        </p:txBody>
      </p:sp>
      <p:sp>
        <p:nvSpPr>
          <p:cNvPr id="63" name="Text Placeholder 76"/>
          <p:cNvSpPr>
            <a:spLocks noGrp="1"/>
          </p:cNvSpPr>
          <p:nvPr>
            <p:ph type="body" sz="quarter" idx="161" hasCustomPrompt="1"/>
          </p:nvPr>
        </p:nvSpPr>
        <p:spPr>
          <a:xfrm>
            <a:off x="4406950" y="1366762"/>
            <a:ext cx="24109797" cy="766837"/>
          </a:xfrm>
          <a:prstGeom prst="rect">
            <a:avLst/>
          </a:prstGeom>
        </p:spPr>
        <p:txBody>
          <a:bodyPr>
            <a:normAutofit/>
          </a:bodyPr>
          <a:lstStyle>
            <a:lvl1pPr marL="0" indent="0" algn="ctr">
              <a:buFontTx/>
              <a:buNone/>
              <a:defRPr sz="4400">
                <a:solidFill>
                  <a:schemeClr val="accent5">
                    <a:lumMod val="50000"/>
                  </a:schemeClr>
                </a:solidFill>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64" name="Text Placeholder 76"/>
          <p:cNvSpPr>
            <a:spLocks noGrp="1"/>
          </p:cNvSpPr>
          <p:nvPr>
            <p:ph type="body" sz="quarter" idx="195" hasCustomPrompt="1"/>
          </p:nvPr>
        </p:nvSpPr>
        <p:spPr>
          <a:xfrm>
            <a:off x="4406950" y="2137990"/>
            <a:ext cx="24109797" cy="634555"/>
          </a:xfrm>
          <a:prstGeom prst="rect">
            <a:avLst/>
          </a:prstGeom>
        </p:spPr>
        <p:txBody>
          <a:bodyPr>
            <a:normAutofit/>
          </a:bodyPr>
          <a:lstStyle>
            <a:lvl1pPr marL="0" indent="0" algn="ctr">
              <a:buFontTx/>
              <a:buNone/>
              <a:defRPr sz="3600">
                <a:solidFill>
                  <a:schemeClr val="accent5">
                    <a:lumMod val="50000"/>
                  </a:schemeClr>
                </a:solidFill>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65" name="Text Placeholder 76"/>
          <p:cNvSpPr>
            <a:spLocks noGrp="1"/>
          </p:cNvSpPr>
          <p:nvPr>
            <p:ph type="body" sz="quarter" idx="196" hasCustomPrompt="1"/>
          </p:nvPr>
        </p:nvSpPr>
        <p:spPr>
          <a:xfrm>
            <a:off x="4406950" y="273839"/>
            <a:ext cx="24109797" cy="1092924"/>
          </a:xfrm>
          <a:prstGeom prst="rect">
            <a:avLst/>
          </a:prstGeom>
        </p:spPr>
        <p:txBody>
          <a:bodyPr>
            <a:normAutofit/>
          </a:bodyPr>
          <a:lstStyle>
            <a:lvl1pPr marL="0" indent="0" algn="ctr">
              <a:buFontTx/>
              <a:buNone/>
              <a:defRPr sz="6000" b="1">
                <a:solidFill>
                  <a:schemeClr val="accent5">
                    <a:lumMod val="50000"/>
                  </a:schemeClr>
                </a:solidFill>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extLst>
      <p:ext uri="{BB962C8B-B14F-4D97-AF65-F5344CB8AC3E}">
        <p14:creationId xmlns:p14="http://schemas.microsoft.com/office/powerpoint/2010/main" val="26224127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ithout guides - 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678141" y="3550696"/>
            <a:ext cx="7542610" cy="545148"/>
          </a:xfrm>
          <a:prstGeom prst="rect">
            <a:avLst/>
          </a:prstGeom>
        </p:spPr>
        <p:txBody>
          <a:bodyPr wrap="square" lIns="163258" tIns="163258" rIns="163258" bIns="163258">
            <a:spAutoFit/>
          </a:bodyPr>
          <a:lstStyle>
            <a:lvl1pPr marL="0" indent="0">
              <a:buNone/>
              <a:defRPr sz="1400">
                <a:solidFill>
                  <a:schemeClr val="accent5">
                    <a:lumMod val="50000"/>
                  </a:schemeClr>
                </a:solidFill>
                <a:latin typeface="Times New Roman" panose="02020603050405020304" pitchFamily="18"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Enter your text here</a:t>
            </a:r>
          </a:p>
        </p:txBody>
      </p:sp>
      <p:sp>
        <p:nvSpPr>
          <p:cNvPr id="6" name="Text Placeholder 5"/>
          <p:cNvSpPr>
            <a:spLocks noGrp="1"/>
          </p:cNvSpPr>
          <p:nvPr>
            <p:ph type="body" sz="quarter" idx="11" hasCustomPrompt="1"/>
          </p:nvPr>
        </p:nvSpPr>
        <p:spPr>
          <a:xfrm>
            <a:off x="691756" y="3110154"/>
            <a:ext cx="7536656" cy="455049"/>
          </a:xfrm>
          <a:prstGeom prst="rect">
            <a:avLst/>
          </a:prstGeom>
          <a:noFill/>
        </p:spPr>
        <p:txBody>
          <a:bodyPr lIns="65304" tIns="65304" rIns="65304" bIns="65304" anchor="ctr" anchorCtr="0">
            <a:spAutoFit/>
          </a:bodyPr>
          <a:lstStyle>
            <a:lvl1pPr marL="0" indent="0" algn="ctr">
              <a:buNone/>
              <a:defRPr sz="2100" b="1" u="sng" baseline="0">
                <a:solidFill>
                  <a:schemeClr val="accent5">
                    <a:lumMod val="50000"/>
                  </a:schemeClr>
                </a:solidFill>
              </a:defRPr>
            </a:lvl1pPr>
          </a:lstStyle>
          <a:p>
            <a:pPr lvl="0"/>
            <a:r>
              <a:rPr lang="en-US" dirty="0"/>
              <a:t>(click to add) INTRODUCTION or ABSTRACT</a:t>
            </a:r>
          </a:p>
        </p:txBody>
      </p:sp>
      <p:sp>
        <p:nvSpPr>
          <p:cNvPr id="19" name="Text Placeholder 3"/>
          <p:cNvSpPr>
            <a:spLocks noGrp="1"/>
          </p:cNvSpPr>
          <p:nvPr>
            <p:ph type="body" sz="quarter" idx="19" hasCustomPrompt="1"/>
          </p:nvPr>
        </p:nvSpPr>
        <p:spPr>
          <a:xfrm>
            <a:off x="691755" y="8825780"/>
            <a:ext cx="7528993" cy="545148"/>
          </a:xfrm>
          <a:prstGeom prst="rect">
            <a:avLst/>
          </a:prstGeom>
        </p:spPr>
        <p:txBody>
          <a:bodyPr wrap="square" lIns="163258" tIns="163258" rIns="163258" bIns="163258">
            <a:spAutoFit/>
          </a:bodyPr>
          <a:lstStyle>
            <a:lvl1pPr marL="0" indent="0">
              <a:buNone/>
              <a:defRPr sz="1400">
                <a:solidFill>
                  <a:schemeClr val="accent5">
                    <a:lumMod val="50000"/>
                  </a:schemeClr>
                </a:solidFill>
                <a:latin typeface="Times New Roman" panose="02020603050405020304" pitchFamily="18"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Enter your text here</a:t>
            </a:r>
          </a:p>
        </p:txBody>
      </p:sp>
      <p:sp>
        <p:nvSpPr>
          <p:cNvPr id="20" name="Text Placeholder 5"/>
          <p:cNvSpPr>
            <a:spLocks noGrp="1"/>
          </p:cNvSpPr>
          <p:nvPr>
            <p:ph type="body" sz="quarter" idx="20" hasCustomPrompt="1"/>
          </p:nvPr>
        </p:nvSpPr>
        <p:spPr>
          <a:xfrm>
            <a:off x="691755" y="8329105"/>
            <a:ext cx="7537845" cy="455049"/>
          </a:xfrm>
          <a:prstGeom prst="rect">
            <a:avLst/>
          </a:prstGeom>
          <a:noFill/>
        </p:spPr>
        <p:txBody>
          <a:bodyPr wrap="square" lIns="65304" tIns="65304" rIns="65304" bIns="65304" anchor="ctr" anchorCtr="0">
            <a:spAutoFit/>
          </a:bodyPr>
          <a:lstStyle>
            <a:lvl1pPr marL="0" indent="0" algn="ctr">
              <a:buNone/>
              <a:defRPr sz="21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8696187" y="3570128"/>
            <a:ext cx="15540037" cy="545148"/>
          </a:xfrm>
          <a:prstGeom prst="rect">
            <a:avLst/>
          </a:prstGeom>
        </p:spPr>
        <p:txBody>
          <a:bodyPr wrap="square" lIns="163258" tIns="163258" rIns="163258" bIns="163258">
            <a:spAutoFit/>
          </a:bodyPr>
          <a:lstStyle>
            <a:lvl1pPr marL="0" indent="0">
              <a:buNone/>
              <a:defRPr sz="1400">
                <a:solidFill>
                  <a:schemeClr val="accent5">
                    <a:lumMod val="50000"/>
                  </a:schemeClr>
                </a:solidFill>
                <a:latin typeface="Times New Roman" panose="02020603050405020304" pitchFamily="18"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Enter your text here</a:t>
            </a:r>
          </a:p>
        </p:txBody>
      </p:sp>
      <p:sp>
        <p:nvSpPr>
          <p:cNvPr id="22" name="Text Placeholder 5"/>
          <p:cNvSpPr>
            <a:spLocks noGrp="1"/>
          </p:cNvSpPr>
          <p:nvPr>
            <p:ph type="body" sz="quarter" idx="22" hasCustomPrompt="1"/>
          </p:nvPr>
        </p:nvSpPr>
        <p:spPr>
          <a:xfrm>
            <a:off x="8696187" y="3110154"/>
            <a:ext cx="15540038" cy="455049"/>
          </a:xfrm>
          <a:prstGeom prst="rect">
            <a:avLst/>
          </a:prstGeom>
          <a:noFill/>
        </p:spPr>
        <p:txBody>
          <a:bodyPr wrap="square" lIns="65304" tIns="65304" rIns="65304" bIns="65304" anchor="ctr" anchorCtr="0">
            <a:spAutoFit/>
          </a:bodyPr>
          <a:lstStyle>
            <a:lvl1pPr marL="0" indent="0" algn="ctr">
              <a:buNone/>
              <a:defRPr sz="2100" b="1" u="sng" baseline="0">
                <a:solidFill>
                  <a:schemeClr val="accent5">
                    <a:lumMod val="50000"/>
                  </a:schemeClr>
                </a:solidFill>
              </a:defRPr>
            </a:lvl1pPr>
          </a:lstStyle>
          <a:p>
            <a:pPr lvl="0"/>
            <a:r>
              <a:rPr lang="en-US" dirty="0"/>
              <a:t>(header)  MATERIALS &amp; METHODS</a:t>
            </a:r>
          </a:p>
        </p:txBody>
      </p:sp>
      <p:sp>
        <p:nvSpPr>
          <p:cNvPr id="23" name="Text Placeholder 3"/>
          <p:cNvSpPr>
            <a:spLocks noGrp="1"/>
          </p:cNvSpPr>
          <p:nvPr>
            <p:ph type="body" sz="quarter" idx="23" hasCustomPrompt="1"/>
          </p:nvPr>
        </p:nvSpPr>
        <p:spPr>
          <a:xfrm>
            <a:off x="8696187" y="12796679"/>
            <a:ext cx="15540038" cy="545148"/>
          </a:xfrm>
          <a:prstGeom prst="rect">
            <a:avLst/>
          </a:prstGeom>
        </p:spPr>
        <p:txBody>
          <a:bodyPr wrap="square" lIns="163258" tIns="163258" rIns="163258" bIns="163258">
            <a:spAutoFit/>
          </a:bodyPr>
          <a:lstStyle>
            <a:lvl1pPr marL="0" indent="0">
              <a:buNone/>
              <a:defRPr sz="1400">
                <a:solidFill>
                  <a:schemeClr val="accent5">
                    <a:lumMod val="50000"/>
                  </a:schemeClr>
                </a:solidFill>
                <a:latin typeface="Times New Roman" panose="02020603050405020304" pitchFamily="18"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Enter your text here</a:t>
            </a:r>
          </a:p>
        </p:txBody>
      </p:sp>
      <p:sp>
        <p:nvSpPr>
          <p:cNvPr id="24" name="Text Placeholder 5"/>
          <p:cNvSpPr>
            <a:spLocks noGrp="1"/>
          </p:cNvSpPr>
          <p:nvPr>
            <p:ph type="body" sz="quarter" idx="24" hasCustomPrompt="1"/>
          </p:nvPr>
        </p:nvSpPr>
        <p:spPr>
          <a:xfrm>
            <a:off x="8696187" y="12332075"/>
            <a:ext cx="15540038" cy="455049"/>
          </a:xfrm>
          <a:prstGeom prst="rect">
            <a:avLst/>
          </a:prstGeom>
          <a:noFill/>
        </p:spPr>
        <p:txBody>
          <a:bodyPr wrap="square" lIns="65304" tIns="65304" rIns="65304" bIns="65304" anchor="ctr" anchorCtr="0">
            <a:spAutoFit/>
          </a:bodyPr>
          <a:lstStyle>
            <a:lvl1pPr marL="0" indent="0" algn="ctr">
              <a:buNone/>
              <a:defRPr sz="21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24715629" y="3110154"/>
            <a:ext cx="7535264" cy="455049"/>
          </a:xfrm>
          <a:prstGeom prst="rect">
            <a:avLst/>
          </a:prstGeom>
          <a:noFill/>
        </p:spPr>
        <p:txBody>
          <a:bodyPr wrap="square" lIns="65304" tIns="65304" rIns="65304" bIns="65304" anchor="ctr" anchorCtr="0">
            <a:spAutoFit/>
          </a:bodyPr>
          <a:lstStyle>
            <a:lvl1pPr marL="0" indent="0" algn="ctr">
              <a:buNone/>
              <a:defRPr sz="21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24715629" y="3574759"/>
            <a:ext cx="7535264" cy="545148"/>
          </a:xfrm>
          <a:prstGeom prst="rect">
            <a:avLst/>
          </a:prstGeom>
        </p:spPr>
        <p:txBody>
          <a:bodyPr wrap="square" lIns="163258" tIns="163258" rIns="163258" bIns="163258">
            <a:spAutoFit/>
          </a:bodyPr>
          <a:lstStyle>
            <a:lvl1pPr marL="0" indent="0">
              <a:buNone/>
              <a:defRPr sz="1400">
                <a:solidFill>
                  <a:schemeClr val="accent5">
                    <a:lumMod val="50000"/>
                  </a:schemeClr>
                </a:solidFill>
                <a:latin typeface="Times New Roman" panose="02020603050405020304" pitchFamily="18"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Enter your text here</a:t>
            </a:r>
          </a:p>
        </p:txBody>
      </p:sp>
      <p:sp>
        <p:nvSpPr>
          <p:cNvPr id="27" name="Text Placeholder 5"/>
          <p:cNvSpPr>
            <a:spLocks noGrp="1"/>
          </p:cNvSpPr>
          <p:nvPr>
            <p:ph type="body" sz="quarter" idx="27" hasCustomPrompt="1"/>
          </p:nvPr>
        </p:nvSpPr>
        <p:spPr>
          <a:xfrm>
            <a:off x="24715629" y="8364237"/>
            <a:ext cx="7535264" cy="455049"/>
          </a:xfrm>
          <a:prstGeom prst="rect">
            <a:avLst/>
          </a:prstGeom>
          <a:noFill/>
        </p:spPr>
        <p:txBody>
          <a:bodyPr wrap="square" lIns="65304" tIns="65304" rIns="65304" bIns="65304" anchor="ctr" anchorCtr="0">
            <a:spAutoFit/>
          </a:bodyPr>
          <a:lstStyle>
            <a:lvl1pPr marL="0" indent="0" algn="ctr">
              <a:buNone/>
              <a:defRPr sz="21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24713742" y="8828841"/>
            <a:ext cx="7539038" cy="545148"/>
          </a:xfrm>
          <a:prstGeom prst="rect">
            <a:avLst/>
          </a:prstGeom>
        </p:spPr>
        <p:txBody>
          <a:bodyPr wrap="square" lIns="163258" tIns="163258" rIns="163258" bIns="163258">
            <a:spAutoFit/>
          </a:bodyPr>
          <a:lstStyle>
            <a:lvl1pPr marL="0" indent="0">
              <a:buNone/>
              <a:defRPr sz="1400">
                <a:solidFill>
                  <a:schemeClr val="accent5">
                    <a:lumMod val="50000"/>
                  </a:schemeClr>
                </a:solidFill>
                <a:latin typeface="Times New Roman" panose="02020603050405020304" pitchFamily="18"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Enter your text here</a:t>
            </a:r>
          </a:p>
        </p:txBody>
      </p:sp>
      <p:sp>
        <p:nvSpPr>
          <p:cNvPr id="29" name="Text Placeholder 5"/>
          <p:cNvSpPr>
            <a:spLocks noGrp="1"/>
          </p:cNvSpPr>
          <p:nvPr>
            <p:ph type="body" sz="quarter" idx="29" hasCustomPrompt="1"/>
          </p:nvPr>
        </p:nvSpPr>
        <p:spPr>
          <a:xfrm>
            <a:off x="24715629" y="15018123"/>
            <a:ext cx="7535264" cy="455049"/>
          </a:xfrm>
          <a:prstGeom prst="rect">
            <a:avLst/>
          </a:prstGeom>
          <a:noFill/>
        </p:spPr>
        <p:txBody>
          <a:bodyPr wrap="square" lIns="65304" tIns="65304" rIns="65304" bIns="65304" anchor="ctr" anchorCtr="0">
            <a:spAutoFit/>
          </a:bodyPr>
          <a:lstStyle>
            <a:lvl1pPr marL="0" indent="0" algn="ctr">
              <a:buNone/>
              <a:defRPr sz="2100" b="1" u="sng" baseline="0">
                <a:solidFill>
                  <a:schemeClr val="accent5">
                    <a:lumMod val="50000"/>
                  </a:schemeClr>
                </a:solidFill>
              </a:defRPr>
            </a:lvl1pPr>
          </a:lstStyle>
          <a:p>
            <a:pPr lvl="0"/>
            <a:r>
              <a:rPr lang="en-US" dirty="0"/>
              <a:t>(click to add)  ACKNOWLEDGEMENTS or CONTACT</a:t>
            </a:r>
          </a:p>
        </p:txBody>
      </p:sp>
      <p:sp>
        <p:nvSpPr>
          <p:cNvPr id="30" name="Text Placeholder 3"/>
          <p:cNvSpPr>
            <a:spLocks noGrp="1"/>
          </p:cNvSpPr>
          <p:nvPr>
            <p:ph type="body" sz="quarter" idx="30" hasCustomPrompt="1"/>
          </p:nvPr>
        </p:nvSpPr>
        <p:spPr>
          <a:xfrm>
            <a:off x="24713742" y="15486960"/>
            <a:ext cx="7539038" cy="545148"/>
          </a:xfrm>
          <a:prstGeom prst="rect">
            <a:avLst/>
          </a:prstGeom>
        </p:spPr>
        <p:txBody>
          <a:bodyPr wrap="square" lIns="163258" tIns="163258" rIns="163258" bIns="163258">
            <a:spAutoFit/>
          </a:bodyPr>
          <a:lstStyle>
            <a:lvl1pPr marL="0" indent="0">
              <a:buNone/>
              <a:defRPr sz="1400">
                <a:solidFill>
                  <a:schemeClr val="accent5">
                    <a:lumMod val="50000"/>
                  </a:schemeClr>
                </a:solidFill>
                <a:latin typeface="Times New Roman" panose="02020603050405020304" pitchFamily="18" charset="0"/>
                <a:cs typeface="Times New Roman" panose="02020603050405020304" pitchFamily="18" charset="0"/>
              </a:defRPr>
            </a:lvl1pPr>
            <a:lvl2pPr marL="1061176" indent="-408145">
              <a:defRPr sz="1800">
                <a:latin typeface="Trebuchet MS" pitchFamily="34" charset="0"/>
              </a:defRPr>
            </a:lvl2pPr>
            <a:lvl3pPr marL="1469322" indent="-408145">
              <a:defRPr sz="1800">
                <a:latin typeface="Trebuchet MS" pitchFamily="34" charset="0"/>
              </a:defRPr>
            </a:lvl3pPr>
            <a:lvl4pPr marL="1918281" indent="-448960">
              <a:defRPr sz="1800">
                <a:latin typeface="Trebuchet MS" pitchFamily="34" charset="0"/>
              </a:defRPr>
            </a:lvl4pPr>
            <a:lvl5pPr marL="2244797" indent="-326516">
              <a:defRPr sz="1800">
                <a:latin typeface="Trebuchet MS" pitchFamily="34" charset="0"/>
              </a:defRPr>
            </a:lvl5pPr>
          </a:lstStyle>
          <a:p>
            <a:pPr lvl="0"/>
            <a:r>
              <a:rPr lang="en-US" dirty="0"/>
              <a:t>Enter your text here</a:t>
            </a:r>
          </a:p>
        </p:txBody>
      </p:sp>
      <p:sp>
        <p:nvSpPr>
          <p:cNvPr id="73" name="Text Placeholder 76"/>
          <p:cNvSpPr>
            <a:spLocks noGrp="1"/>
          </p:cNvSpPr>
          <p:nvPr>
            <p:ph type="body" sz="quarter" idx="161" hasCustomPrompt="1"/>
          </p:nvPr>
        </p:nvSpPr>
        <p:spPr>
          <a:xfrm>
            <a:off x="4406950" y="1366762"/>
            <a:ext cx="24109797" cy="766837"/>
          </a:xfrm>
          <a:prstGeom prst="rect">
            <a:avLst/>
          </a:prstGeom>
        </p:spPr>
        <p:txBody>
          <a:bodyPr>
            <a:normAutofit/>
          </a:bodyPr>
          <a:lstStyle>
            <a:lvl1pPr marL="0" indent="0" algn="ctr">
              <a:buFontTx/>
              <a:buNone/>
              <a:defRPr sz="4400">
                <a:solidFill>
                  <a:schemeClr val="accent5">
                    <a:lumMod val="50000"/>
                  </a:schemeClr>
                </a:solidFill>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74" name="Text Placeholder 76"/>
          <p:cNvSpPr>
            <a:spLocks noGrp="1"/>
          </p:cNvSpPr>
          <p:nvPr>
            <p:ph type="body" sz="quarter" idx="195" hasCustomPrompt="1"/>
          </p:nvPr>
        </p:nvSpPr>
        <p:spPr>
          <a:xfrm>
            <a:off x="4406950" y="2137990"/>
            <a:ext cx="24109797" cy="634555"/>
          </a:xfrm>
          <a:prstGeom prst="rect">
            <a:avLst/>
          </a:prstGeom>
        </p:spPr>
        <p:txBody>
          <a:bodyPr>
            <a:normAutofit/>
          </a:bodyPr>
          <a:lstStyle>
            <a:lvl1pPr marL="0" indent="0" algn="ctr">
              <a:buFontTx/>
              <a:buNone/>
              <a:defRPr sz="3600">
                <a:solidFill>
                  <a:schemeClr val="accent5">
                    <a:lumMod val="50000"/>
                  </a:schemeClr>
                </a:solidFill>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5" name="Text Placeholder 76"/>
          <p:cNvSpPr>
            <a:spLocks noGrp="1"/>
          </p:cNvSpPr>
          <p:nvPr>
            <p:ph type="body" sz="quarter" idx="196" hasCustomPrompt="1"/>
          </p:nvPr>
        </p:nvSpPr>
        <p:spPr>
          <a:xfrm>
            <a:off x="4406950" y="273839"/>
            <a:ext cx="24109797" cy="1092924"/>
          </a:xfrm>
          <a:prstGeom prst="rect">
            <a:avLst/>
          </a:prstGeom>
        </p:spPr>
        <p:txBody>
          <a:bodyPr>
            <a:normAutofit/>
          </a:bodyPr>
          <a:lstStyle>
            <a:lvl1pPr marL="0" indent="0" algn="ctr">
              <a:buFontTx/>
              <a:buNone/>
              <a:defRPr sz="6000" b="1">
                <a:solidFill>
                  <a:schemeClr val="accent5">
                    <a:lumMod val="50000"/>
                  </a:schemeClr>
                </a:solidFill>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
        <p:nvSpPr>
          <p:cNvPr id="31" name="TextBox 30"/>
          <p:cNvSpPr txBox="1"/>
          <p:nvPr userDrawn="1"/>
        </p:nvSpPr>
        <p:spPr>
          <a:xfrm>
            <a:off x="13908505" y="8181474"/>
            <a:ext cx="3224463" cy="307777"/>
          </a:xfrm>
          <a:prstGeom prst="rect">
            <a:avLst/>
          </a:prstGeom>
          <a:noFill/>
        </p:spPr>
        <p:txBody>
          <a:bodyPr wrap="square" rtlCol="0">
            <a:spAutoFit/>
          </a:bodyPr>
          <a:lstStyle/>
          <a:p>
            <a:endParaRPr lang="en-US"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7728019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6F65926-9619-F27F-C856-026DA78A396B}"/>
              </a:ext>
            </a:extLst>
          </p:cNvPr>
          <p:cNvSpPr/>
          <p:nvPr userDrawn="1"/>
        </p:nvSpPr>
        <p:spPr>
          <a:xfrm>
            <a:off x="0" y="18592800"/>
            <a:ext cx="32918400" cy="630238"/>
          </a:xfrm>
          <a:prstGeom prst="rec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09ED851D-2ACA-FD2C-B662-E3DFA319844A}"/>
              </a:ext>
            </a:extLst>
          </p:cNvPr>
          <p:cNvGrpSpPr/>
          <p:nvPr userDrawn="1"/>
        </p:nvGrpSpPr>
        <p:grpSpPr>
          <a:xfrm>
            <a:off x="0" y="0"/>
            <a:ext cx="32918400" cy="3108960"/>
            <a:chOff x="0" y="-1"/>
            <a:chExt cx="12192000" cy="1219223"/>
          </a:xfrm>
        </p:grpSpPr>
        <p:sp>
          <p:nvSpPr>
            <p:cNvPr id="7" name="Document 6">
              <a:extLst>
                <a:ext uri="{FF2B5EF4-FFF2-40B4-BE49-F238E27FC236}">
                  <a16:creationId xmlns:a16="http://schemas.microsoft.com/office/drawing/2014/main" id="{2AD3EBA9-0693-CB9C-F8F3-515C5023718A}"/>
                </a:ext>
              </a:extLst>
            </p:cNvPr>
            <p:cNvSpPr/>
            <p:nvPr/>
          </p:nvSpPr>
          <p:spPr>
            <a:xfrm>
              <a:off x="0" y="89065"/>
              <a:ext cx="12192000" cy="1130157"/>
            </a:xfrm>
            <a:prstGeom prst="flowChartDocument">
              <a:avLst/>
            </a:prstGeom>
            <a:gradFill>
              <a:gsLst>
                <a:gs pos="0">
                  <a:srgbClr val="A8854F"/>
                </a:gs>
                <a:gs pos="100000">
                  <a:schemeClr val="accent4"/>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Document 7">
              <a:extLst>
                <a:ext uri="{FF2B5EF4-FFF2-40B4-BE49-F238E27FC236}">
                  <a16:creationId xmlns:a16="http://schemas.microsoft.com/office/drawing/2014/main" id="{F48ACE8C-A88D-09F9-F8E6-2FF02F7336D3}"/>
                </a:ext>
              </a:extLst>
            </p:cNvPr>
            <p:cNvSpPr/>
            <p:nvPr/>
          </p:nvSpPr>
          <p:spPr>
            <a:xfrm>
              <a:off x="0" y="-1"/>
              <a:ext cx="12192000" cy="1130157"/>
            </a:xfrm>
            <a:prstGeom prst="flowChartDocumen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653041885"/>
      </p:ext>
    </p:extLst>
  </p:cSld>
  <p:clrMap bg1="lt1" tx1="dk1" bg2="lt2" tx2="dk2" accent1="accent1" accent2="accent2" accent3="accent3" accent4="accent4" accent5="accent5" accent6="accent6" hlink="hlink" folHlink="folHlink"/>
  <p:sldLayoutIdLst>
    <p:sldLayoutId id="2147483662" r:id="rId1"/>
    <p:sldLayoutId id="2147483663" r:id="rId2"/>
  </p:sldLayoutIdLst>
  <p:txStyles>
    <p:titleStyle>
      <a:lvl1pPr algn="ctr" defTabSz="3134552" rtl="0" eaLnBrk="1" latinLnBrk="0" hangingPunct="1">
        <a:spcBef>
          <a:spcPct val="0"/>
        </a:spcBef>
        <a:buNone/>
        <a:defRPr sz="6300" kern="1200">
          <a:solidFill>
            <a:schemeClr val="bg1"/>
          </a:solidFill>
          <a:latin typeface="Trebuchet MS" pitchFamily="34" charset="0"/>
          <a:ea typeface="+mj-ea"/>
          <a:cs typeface="+mj-cs"/>
        </a:defRPr>
      </a:lvl1pPr>
    </p:titleStyle>
    <p:bodyStyle>
      <a:lvl1pPr marL="1175457" indent="-1175457" algn="l" defTabSz="3134552" rtl="0" eaLnBrk="1" latinLnBrk="0" hangingPunct="1">
        <a:spcBef>
          <a:spcPct val="20000"/>
        </a:spcBef>
        <a:buFont typeface="Arial" pitchFamily="34" charset="0"/>
        <a:buChar char="•"/>
        <a:defRPr sz="11000" kern="1200">
          <a:solidFill>
            <a:schemeClr val="tx1"/>
          </a:solidFill>
          <a:latin typeface="+mn-lt"/>
          <a:ea typeface="+mn-ea"/>
          <a:cs typeface="+mn-cs"/>
        </a:defRPr>
      </a:lvl1pPr>
      <a:lvl2pPr marL="2546824" indent="-979547" algn="l" defTabSz="3134552" rtl="0" eaLnBrk="1" latinLnBrk="0" hangingPunct="1">
        <a:spcBef>
          <a:spcPct val="20000"/>
        </a:spcBef>
        <a:buFont typeface="Arial" pitchFamily="34" charset="0"/>
        <a:buChar char="–"/>
        <a:defRPr sz="9600" kern="1200">
          <a:solidFill>
            <a:schemeClr val="tx1"/>
          </a:solidFill>
          <a:latin typeface="+mn-lt"/>
          <a:ea typeface="+mn-ea"/>
          <a:cs typeface="+mn-cs"/>
        </a:defRPr>
      </a:lvl2pPr>
      <a:lvl3pPr marL="3918191" indent="-783639" algn="l" defTabSz="3134552" rtl="0" eaLnBrk="1" latinLnBrk="0" hangingPunct="1">
        <a:spcBef>
          <a:spcPct val="20000"/>
        </a:spcBef>
        <a:buFont typeface="Arial" pitchFamily="34" charset="0"/>
        <a:buChar char="•"/>
        <a:defRPr sz="8300" kern="1200">
          <a:solidFill>
            <a:schemeClr val="tx1"/>
          </a:solidFill>
          <a:latin typeface="+mn-lt"/>
          <a:ea typeface="+mn-ea"/>
          <a:cs typeface="+mn-cs"/>
        </a:defRPr>
      </a:lvl3pPr>
      <a:lvl4pPr marL="5485468" indent="-783639" algn="l" defTabSz="3134552" rtl="0" eaLnBrk="1" latinLnBrk="0" hangingPunct="1">
        <a:spcBef>
          <a:spcPct val="20000"/>
        </a:spcBef>
        <a:buFont typeface="Arial" pitchFamily="34" charset="0"/>
        <a:buChar char="–"/>
        <a:defRPr sz="6900" kern="1200">
          <a:solidFill>
            <a:schemeClr val="tx1"/>
          </a:solidFill>
          <a:latin typeface="+mn-lt"/>
          <a:ea typeface="+mn-ea"/>
          <a:cs typeface="+mn-cs"/>
        </a:defRPr>
      </a:lvl4pPr>
      <a:lvl5pPr marL="7052744" indent="-783639" algn="l" defTabSz="3134552" rtl="0" eaLnBrk="1" latinLnBrk="0" hangingPunct="1">
        <a:spcBef>
          <a:spcPct val="20000"/>
        </a:spcBef>
        <a:buFont typeface="Arial" pitchFamily="34" charset="0"/>
        <a:buChar char="»"/>
        <a:defRPr sz="6900" kern="1200">
          <a:solidFill>
            <a:schemeClr val="tx1"/>
          </a:solidFill>
          <a:latin typeface="+mn-lt"/>
          <a:ea typeface="+mn-ea"/>
          <a:cs typeface="+mn-cs"/>
        </a:defRPr>
      </a:lvl5pPr>
      <a:lvl6pPr marL="8620020" indent="-783639" algn="l" defTabSz="3134552" rtl="0" eaLnBrk="1" latinLnBrk="0" hangingPunct="1">
        <a:spcBef>
          <a:spcPct val="20000"/>
        </a:spcBef>
        <a:buFont typeface="Arial" pitchFamily="34" charset="0"/>
        <a:buChar char="•"/>
        <a:defRPr sz="6900" kern="1200">
          <a:solidFill>
            <a:schemeClr val="tx1"/>
          </a:solidFill>
          <a:latin typeface="+mn-lt"/>
          <a:ea typeface="+mn-ea"/>
          <a:cs typeface="+mn-cs"/>
        </a:defRPr>
      </a:lvl6pPr>
      <a:lvl7pPr marL="10187296" indent="-783639" algn="l" defTabSz="3134552" rtl="0" eaLnBrk="1" latinLnBrk="0" hangingPunct="1">
        <a:spcBef>
          <a:spcPct val="20000"/>
        </a:spcBef>
        <a:buFont typeface="Arial" pitchFamily="34" charset="0"/>
        <a:buChar char="•"/>
        <a:defRPr sz="6900" kern="1200">
          <a:solidFill>
            <a:schemeClr val="tx1"/>
          </a:solidFill>
          <a:latin typeface="+mn-lt"/>
          <a:ea typeface="+mn-ea"/>
          <a:cs typeface="+mn-cs"/>
        </a:defRPr>
      </a:lvl7pPr>
      <a:lvl8pPr marL="11754573" indent="-783639" algn="l" defTabSz="3134552" rtl="0" eaLnBrk="1" latinLnBrk="0" hangingPunct="1">
        <a:spcBef>
          <a:spcPct val="20000"/>
        </a:spcBef>
        <a:buFont typeface="Arial" pitchFamily="34" charset="0"/>
        <a:buChar char="•"/>
        <a:defRPr sz="6900" kern="1200">
          <a:solidFill>
            <a:schemeClr val="tx1"/>
          </a:solidFill>
          <a:latin typeface="+mn-lt"/>
          <a:ea typeface="+mn-ea"/>
          <a:cs typeface="+mn-cs"/>
        </a:defRPr>
      </a:lvl8pPr>
      <a:lvl9pPr marL="13321849" indent="-783639" algn="l" defTabSz="3134552" rtl="0" eaLnBrk="1" latinLnBrk="0" hangingPunct="1">
        <a:spcBef>
          <a:spcPct val="20000"/>
        </a:spcBef>
        <a:buFont typeface="Arial" pitchFamily="34" charset="0"/>
        <a:buChar char="•"/>
        <a:defRPr sz="6900" kern="1200">
          <a:solidFill>
            <a:schemeClr val="tx1"/>
          </a:solidFill>
          <a:latin typeface="+mn-lt"/>
          <a:ea typeface="+mn-ea"/>
          <a:cs typeface="+mn-cs"/>
        </a:defRPr>
      </a:lvl9pPr>
    </p:bodyStyle>
    <p:otherStyle>
      <a:defPPr>
        <a:defRPr lang="en-US"/>
      </a:defPPr>
      <a:lvl1pPr marL="0" algn="l" defTabSz="3134552" rtl="0" eaLnBrk="1" latinLnBrk="0" hangingPunct="1">
        <a:defRPr sz="6100" kern="1200">
          <a:solidFill>
            <a:schemeClr val="tx1"/>
          </a:solidFill>
          <a:latin typeface="+mn-lt"/>
          <a:ea typeface="+mn-ea"/>
          <a:cs typeface="+mn-cs"/>
        </a:defRPr>
      </a:lvl1pPr>
      <a:lvl2pPr marL="1567277" algn="l" defTabSz="3134552" rtl="0" eaLnBrk="1" latinLnBrk="0" hangingPunct="1">
        <a:defRPr sz="6100" kern="1200">
          <a:solidFill>
            <a:schemeClr val="tx1"/>
          </a:solidFill>
          <a:latin typeface="+mn-lt"/>
          <a:ea typeface="+mn-ea"/>
          <a:cs typeface="+mn-cs"/>
        </a:defRPr>
      </a:lvl2pPr>
      <a:lvl3pPr marL="3134552" algn="l" defTabSz="3134552" rtl="0" eaLnBrk="1" latinLnBrk="0" hangingPunct="1">
        <a:defRPr sz="6100" kern="1200">
          <a:solidFill>
            <a:schemeClr val="tx1"/>
          </a:solidFill>
          <a:latin typeface="+mn-lt"/>
          <a:ea typeface="+mn-ea"/>
          <a:cs typeface="+mn-cs"/>
        </a:defRPr>
      </a:lvl3pPr>
      <a:lvl4pPr marL="4701829" algn="l" defTabSz="3134552" rtl="0" eaLnBrk="1" latinLnBrk="0" hangingPunct="1">
        <a:defRPr sz="6100" kern="1200">
          <a:solidFill>
            <a:schemeClr val="tx1"/>
          </a:solidFill>
          <a:latin typeface="+mn-lt"/>
          <a:ea typeface="+mn-ea"/>
          <a:cs typeface="+mn-cs"/>
        </a:defRPr>
      </a:lvl4pPr>
      <a:lvl5pPr marL="6269105" algn="l" defTabSz="3134552" rtl="0" eaLnBrk="1" latinLnBrk="0" hangingPunct="1">
        <a:defRPr sz="6100" kern="1200">
          <a:solidFill>
            <a:schemeClr val="tx1"/>
          </a:solidFill>
          <a:latin typeface="+mn-lt"/>
          <a:ea typeface="+mn-ea"/>
          <a:cs typeface="+mn-cs"/>
        </a:defRPr>
      </a:lvl5pPr>
      <a:lvl6pPr marL="7836382" algn="l" defTabSz="3134552" rtl="0" eaLnBrk="1" latinLnBrk="0" hangingPunct="1">
        <a:defRPr sz="6100" kern="1200">
          <a:solidFill>
            <a:schemeClr val="tx1"/>
          </a:solidFill>
          <a:latin typeface="+mn-lt"/>
          <a:ea typeface="+mn-ea"/>
          <a:cs typeface="+mn-cs"/>
        </a:defRPr>
      </a:lvl6pPr>
      <a:lvl7pPr marL="9403659" algn="l" defTabSz="3134552" rtl="0" eaLnBrk="1" latinLnBrk="0" hangingPunct="1">
        <a:defRPr sz="6100" kern="1200">
          <a:solidFill>
            <a:schemeClr val="tx1"/>
          </a:solidFill>
          <a:latin typeface="+mn-lt"/>
          <a:ea typeface="+mn-ea"/>
          <a:cs typeface="+mn-cs"/>
        </a:defRPr>
      </a:lvl7pPr>
      <a:lvl8pPr marL="10970935" algn="l" defTabSz="3134552" rtl="0" eaLnBrk="1" latinLnBrk="0" hangingPunct="1">
        <a:defRPr sz="6100" kern="1200">
          <a:solidFill>
            <a:schemeClr val="tx1"/>
          </a:solidFill>
          <a:latin typeface="+mn-lt"/>
          <a:ea typeface="+mn-ea"/>
          <a:cs typeface="+mn-cs"/>
        </a:defRPr>
      </a:lvl8pPr>
      <a:lvl9pPr marL="12538212" algn="l" defTabSz="3134552" rtl="0" eaLnBrk="1" latinLnBrk="0" hangingPunct="1">
        <a:defRPr sz="61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20703558"/>
      </p:ext>
    </p:extLst>
  </p:cSld>
  <p:clrMap bg1="lt1" tx1="dk1" bg2="lt2" tx2="dk2" accent1="accent1" accent2="accent2" accent3="accent3" accent4="accent4" accent5="accent5" accent6="accent6" hlink="hlink" folHlink="folHlink"/>
  <p:sldLayoutIdLst>
    <p:sldLayoutId id="2147483665" r:id="rId1"/>
    <p:sldLayoutId id="2147483666" r:id="rId2"/>
  </p:sldLayoutIdLst>
  <p:txStyles>
    <p:titleStyle>
      <a:lvl1pPr algn="ctr" defTabSz="3134552" rtl="0" eaLnBrk="1" latinLnBrk="0" hangingPunct="1">
        <a:spcBef>
          <a:spcPct val="0"/>
        </a:spcBef>
        <a:buNone/>
        <a:defRPr sz="6300" kern="1200">
          <a:solidFill>
            <a:schemeClr val="bg1"/>
          </a:solidFill>
          <a:latin typeface="Trebuchet MS" pitchFamily="34" charset="0"/>
          <a:ea typeface="+mj-ea"/>
          <a:cs typeface="+mj-cs"/>
        </a:defRPr>
      </a:lvl1pPr>
    </p:titleStyle>
    <p:bodyStyle>
      <a:lvl1pPr marL="1175457" indent="-1175457" algn="l" defTabSz="3134552" rtl="0" eaLnBrk="1" latinLnBrk="0" hangingPunct="1">
        <a:spcBef>
          <a:spcPct val="20000"/>
        </a:spcBef>
        <a:buFont typeface="Arial" pitchFamily="34" charset="0"/>
        <a:buChar char="•"/>
        <a:defRPr sz="11000" kern="1200">
          <a:solidFill>
            <a:schemeClr val="tx1"/>
          </a:solidFill>
          <a:latin typeface="+mn-lt"/>
          <a:ea typeface="+mn-ea"/>
          <a:cs typeface="+mn-cs"/>
        </a:defRPr>
      </a:lvl1pPr>
      <a:lvl2pPr marL="2546824" indent="-979547" algn="l" defTabSz="3134552" rtl="0" eaLnBrk="1" latinLnBrk="0" hangingPunct="1">
        <a:spcBef>
          <a:spcPct val="20000"/>
        </a:spcBef>
        <a:buFont typeface="Arial" pitchFamily="34" charset="0"/>
        <a:buChar char="–"/>
        <a:defRPr sz="9600" kern="1200">
          <a:solidFill>
            <a:schemeClr val="tx1"/>
          </a:solidFill>
          <a:latin typeface="+mn-lt"/>
          <a:ea typeface="+mn-ea"/>
          <a:cs typeface="+mn-cs"/>
        </a:defRPr>
      </a:lvl2pPr>
      <a:lvl3pPr marL="3918191" indent="-783639" algn="l" defTabSz="3134552" rtl="0" eaLnBrk="1" latinLnBrk="0" hangingPunct="1">
        <a:spcBef>
          <a:spcPct val="20000"/>
        </a:spcBef>
        <a:buFont typeface="Arial" pitchFamily="34" charset="0"/>
        <a:buChar char="•"/>
        <a:defRPr sz="8300" kern="1200">
          <a:solidFill>
            <a:schemeClr val="tx1"/>
          </a:solidFill>
          <a:latin typeface="+mn-lt"/>
          <a:ea typeface="+mn-ea"/>
          <a:cs typeface="+mn-cs"/>
        </a:defRPr>
      </a:lvl3pPr>
      <a:lvl4pPr marL="5485468" indent="-783639" algn="l" defTabSz="3134552" rtl="0" eaLnBrk="1" latinLnBrk="0" hangingPunct="1">
        <a:spcBef>
          <a:spcPct val="20000"/>
        </a:spcBef>
        <a:buFont typeface="Arial" pitchFamily="34" charset="0"/>
        <a:buChar char="–"/>
        <a:defRPr sz="6900" kern="1200">
          <a:solidFill>
            <a:schemeClr val="tx1"/>
          </a:solidFill>
          <a:latin typeface="+mn-lt"/>
          <a:ea typeface="+mn-ea"/>
          <a:cs typeface="+mn-cs"/>
        </a:defRPr>
      </a:lvl4pPr>
      <a:lvl5pPr marL="7052744" indent="-783639" algn="l" defTabSz="3134552" rtl="0" eaLnBrk="1" latinLnBrk="0" hangingPunct="1">
        <a:spcBef>
          <a:spcPct val="20000"/>
        </a:spcBef>
        <a:buFont typeface="Arial" pitchFamily="34" charset="0"/>
        <a:buChar char="»"/>
        <a:defRPr sz="6900" kern="1200">
          <a:solidFill>
            <a:schemeClr val="tx1"/>
          </a:solidFill>
          <a:latin typeface="+mn-lt"/>
          <a:ea typeface="+mn-ea"/>
          <a:cs typeface="+mn-cs"/>
        </a:defRPr>
      </a:lvl5pPr>
      <a:lvl6pPr marL="8620020" indent="-783639" algn="l" defTabSz="3134552" rtl="0" eaLnBrk="1" latinLnBrk="0" hangingPunct="1">
        <a:spcBef>
          <a:spcPct val="20000"/>
        </a:spcBef>
        <a:buFont typeface="Arial" pitchFamily="34" charset="0"/>
        <a:buChar char="•"/>
        <a:defRPr sz="6900" kern="1200">
          <a:solidFill>
            <a:schemeClr val="tx1"/>
          </a:solidFill>
          <a:latin typeface="+mn-lt"/>
          <a:ea typeface="+mn-ea"/>
          <a:cs typeface="+mn-cs"/>
        </a:defRPr>
      </a:lvl6pPr>
      <a:lvl7pPr marL="10187296" indent="-783639" algn="l" defTabSz="3134552" rtl="0" eaLnBrk="1" latinLnBrk="0" hangingPunct="1">
        <a:spcBef>
          <a:spcPct val="20000"/>
        </a:spcBef>
        <a:buFont typeface="Arial" pitchFamily="34" charset="0"/>
        <a:buChar char="•"/>
        <a:defRPr sz="6900" kern="1200">
          <a:solidFill>
            <a:schemeClr val="tx1"/>
          </a:solidFill>
          <a:latin typeface="+mn-lt"/>
          <a:ea typeface="+mn-ea"/>
          <a:cs typeface="+mn-cs"/>
        </a:defRPr>
      </a:lvl7pPr>
      <a:lvl8pPr marL="11754573" indent="-783639" algn="l" defTabSz="3134552" rtl="0" eaLnBrk="1" latinLnBrk="0" hangingPunct="1">
        <a:spcBef>
          <a:spcPct val="20000"/>
        </a:spcBef>
        <a:buFont typeface="Arial" pitchFamily="34" charset="0"/>
        <a:buChar char="•"/>
        <a:defRPr sz="6900" kern="1200">
          <a:solidFill>
            <a:schemeClr val="tx1"/>
          </a:solidFill>
          <a:latin typeface="+mn-lt"/>
          <a:ea typeface="+mn-ea"/>
          <a:cs typeface="+mn-cs"/>
        </a:defRPr>
      </a:lvl8pPr>
      <a:lvl9pPr marL="13321849" indent="-783639" algn="l" defTabSz="3134552" rtl="0" eaLnBrk="1" latinLnBrk="0" hangingPunct="1">
        <a:spcBef>
          <a:spcPct val="20000"/>
        </a:spcBef>
        <a:buFont typeface="Arial" pitchFamily="34" charset="0"/>
        <a:buChar char="•"/>
        <a:defRPr sz="6900" kern="1200">
          <a:solidFill>
            <a:schemeClr val="tx1"/>
          </a:solidFill>
          <a:latin typeface="+mn-lt"/>
          <a:ea typeface="+mn-ea"/>
          <a:cs typeface="+mn-cs"/>
        </a:defRPr>
      </a:lvl9pPr>
    </p:bodyStyle>
    <p:otherStyle>
      <a:defPPr>
        <a:defRPr lang="en-US"/>
      </a:defPPr>
      <a:lvl1pPr marL="0" algn="l" defTabSz="3134552" rtl="0" eaLnBrk="1" latinLnBrk="0" hangingPunct="1">
        <a:defRPr sz="6100" kern="1200">
          <a:solidFill>
            <a:schemeClr val="tx1"/>
          </a:solidFill>
          <a:latin typeface="+mn-lt"/>
          <a:ea typeface="+mn-ea"/>
          <a:cs typeface="+mn-cs"/>
        </a:defRPr>
      </a:lvl1pPr>
      <a:lvl2pPr marL="1567277" algn="l" defTabSz="3134552" rtl="0" eaLnBrk="1" latinLnBrk="0" hangingPunct="1">
        <a:defRPr sz="6100" kern="1200">
          <a:solidFill>
            <a:schemeClr val="tx1"/>
          </a:solidFill>
          <a:latin typeface="+mn-lt"/>
          <a:ea typeface="+mn-ea"/>
          <a:cs typeface="+mn-cs"/>
        </a:defRPr>
      </a:lvl2pPr>
      <a:lvl3pPr marL="3134552" algn="l" defTabSz="3134552" rtl="0" eaLnBrk="1" latinLnBrk="0" hangingPunct="1">
        <a:defRPr sz="6100" kern="1200">
          <a:solidFill>
            <a:schemeClr val="tx1"/>
          </a:solidFill>
          <a:latin typeface="+mn-lt"/>
          <a:ea typeface="+mn-ea"/>
          <a:cs typeface="+mn-cs"/>
        </a:defRPr>
      </a:lvl3pPr>
      <a:lvl4pPr marL="4701829" algn="l" defTabSz="3134552" rtl="0" eaLnBrk="1" latinLnBrk="0" hangingPunct="1">
        <a:defRPr sz="6100" kern="1200">
          <a:solidFill>
            <a:schemeClr val="tx1"/>
          </a:solidFill>
          <a:latin typeface="+mn-lt"/>
          <a:ea typeface="+mn-ea"/>
          <a:cs typeface="+mn-cs"/>
        </a:defRPr>
      </a:lvl4pPr>
      <a:lvl5pPr marL="6269105" algn="l" defTabSz="3134552" rtl="0" eaLnBrk="1" latinLnBrk="0" hangingPunct="1">
        <a:defRPr sz="6100" kern="1200">
          <a:solidFill>
            <a:schemeClr val="tx1"/>
          </a:solidFill>
          <a:latin typeface="+mn-lt"/>
          <a:ea typeface="+mn-ea"/>
          <a:cs typeface="+mn-cs"/>
        </a:defRPr>
      </a:lvl5pPr>
      <a:lvl6pPr marL="7836382" algn="l" defTabSz="3134552" rtl="0" eaLnBrk="1" latinLnBrk="0" hangingPunct="1">
        <a:defRPr sz="6100" kern="1200">
          <a:solidFill>
            <a:schemeClr val="tx1"/>
          </a:solidFill>
          <a:latin typeface="+mn-lt"/>
          <a:ea typeface="+mn-ea"/>
          <a:cs typeface="+mn-cs"/>
        </a:defRPr>
      </a:lvl6pPr>
      <a:lvl7pPr marL="9403659" algn="l" defTabSz="3134552" rtl="0" eaLnBrk="1" latinLnBrk="0" hangingPunct="1">
        <a:defRPr sz="6100" kern="1200">
          <a:solidFill>
            <a:schemeClr val="tx1"/>
          </a:solidFill>
          <a:latin typeface="+mn-lt"/>
          <a:ea typeface="+mn-ea"/>
          <a:cs typeface="+mn-cs"/>
        </a:defRPr>
      </a:lvl7pPr>
      <a:lvl8pPr marL="10970935" algn="l" defTabSz="3134552" rtl="0" eaLnBrk="1" latinLnBrk="0" hangingPunct="1">
        <a:defRPr sz="6100" kern="1200">
          <a:solidFill>
            <a:schemeClr val="tx1"/>
          </a:solidFill>
          <a:latin typeface="+mn-lt"/>
          <a:ea typeface="+mn-ea"/>
          <a:cs typeface="+mn-cs"/>
        </a:defRPr>
      </a:lvl8pPr>
      <a:lvl9pPr marL="12538212" algn="l" defTabSz="3134552" rtl="0" eaLnBrk="1" latinLnBrk="0" hangingPunct="1">
        <a:defRPr sz="61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hyperlink" Target="mailto:admorales@ci.laredo.tx.us" TargetMode="Externa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AB1146D-E1E3-404A-9A81-0FC2BAD735A8}"/>
              </a:ext>
            </a:extLst>
          </p:cNvPr>
          <p:cNvSpPr>
            <a:spLocks noGrp="1"/>
          </p:cNvSpPr>
          <p:nvPr/>
        </p:nvSpPr>
        <p:spPr>
          <a:xfrm>
            <a:off x="678141" y="4149307"/>
            <a:ext cx="7542610" cy="3593401"/>
          </a:xfrm>
        </p:spPr>
        <p:txBody>
          <a:bodyPr wrap="square"/>
          <a:lstStyle/>
          <a:p>
            <a:pPr>
              <a:lnSpc>
                <a:spcPct val="125000"/>
              </a:lnSpc>
              <a:spcAft>
                <a:spcPts val="1000"/>
              </a:spcAft>
            </a:pPr>
            <a:r>
              <a:rPr lang="en-US" sz="2000" i="1" dirty="0">
                <a:solidFill>
                  <a:srgbClr val="002158"/>
                </a:solidFill>
                <a:latin typeface="Arial"/>
              </a:rPr>
              <a:t>Hospital encounters involving suspected drug overdose and poisoning represent important opportunities for prevention and linkage to treatment. In Laredo, Texas, a medically underserved U.S.–Mexico border community, Laredo Public Health identified 401 suspected overdose/poisoning hospital encounters in 2025 through secondary review of syndromic surveillance data. Understanding documented hospital disposition patterns may support collaboration between public health and healthcare systems to strengthen post-overdose prevention efforts.</a:t>
            </a:r>
            <a:endParaRPr sz="2000" b="0" i="1" dirty="0">
              <a:solidFill>
                <a:srgbClr val="002158"/>
              </a:solidFill>
              <a:latin typeface="Arial"/>
            </a:endParaRPr>
          </a:p>
        </p:txBody>
      </p:sp>
      <p:sp>
        <p:nvSpPr>
          <p:cNvPr id="3" name="Text Placeholder 2">
            <a:extLst>
              <a:ext uri="{FF2B5EF4-FFF2-40B4-BE49-F238E27FC236}">
                <a16:creationId xmlns:a16="http://schemas.microsoft.com/office/drawing/2014/main" id="{7225331E-1B9F-4C41-971C-58F9DBF31402}"/>
              </a:ext>
            </a:extLst>
          </p:cNvPr>
          <p:cNvSpPr>
            <a:spLocks noGrp="1"/>
          </p:cNvSpPr>
          <p:nvPr>
            <p:ph type="body" sz="quarter" idx="11"/>
          </p:nvPr>
        </p:nvSpPr>
        <p:spPr>
          <a:xfrm>
            <a:off x="691756" y="3577513"/>
            <a:ext cx="7536656" cy="505855"/>
          </a:xfrm>
          <a:solidFill>
            <a:schemeClr val="accent5">
              <a:lumMod val="75000"/>
            </a:schemeClr>
          </a:solidFill>
        </p:spPr>
        <p:txBody>
          <a:bodyPr wrap="square"/>
          <a:lstStyle/>
          <a:p>
            <a:pPr>
              <a:lnSpc>
                <a:spcPct val="125000"/>
              </a:lnSpc>
              <a:spcAft>
                <a:spcPts val="1000"/>
              </a:spcAft>
            </a:pPr>
            <a:r>
              <a:rPr sz="2400" b="1" i="0" dirty="0">
                <a:latin typeface="Arial"/>
              </a:rPr>
              <a:t>INTRODUCTION OR ABSTRACT</a:t>
            </a:r>
            <a:endParaRPr lang="en-US" dirty="0"/>
          </a:p>
        </p:txBody>
      </p:sp>
      <p:sp>
        <p:nvSpPr>
          <p:cNvPr id="4" name="Text Placeholder 3">
            <a:extLst>
              <a:ext uri="{FF2B5EF4-FFF2-40B4-BE49-F238E27FC236}">
                <a16:creationId xmlns:a16="http://schemas.microsoft.com/office/drawing/2014/main" id="{F7A806DD-32C5-6468-978B-48A11DEB7222}"/>
              </a:ext>
            </a:extLst>
          </p:cNvPr>
          <p:cNvSpPr>
            <a:spLocks noGrp="1"/>
          </p:cNvSpPr>
          <p:nvPr/>
        </p:nvSpPr>
        <p:spPr>
          <a:xfrm>
            <a:off x="656768" y="8709880"/>
            <a:ext cx="7528993" cy="1531192"/>
          </a:xfrm>
        </p:spPr>
        <p:txBody>
          <a:bodyPr wrap="square"/>
          <a:lstStyle/>
          <a:p>
            <a:pPr>
              <a:lnSpc>
                <a:spcPct val="125000"/>
              </a:lnSpc>
              <a:spcAft>
                <a:spcPts val="1000"/>
              </a:spcAft>
            </a:pPr>
            <a:r>
              <a:rPr lang="en-US" sz="2000" i="1" dirty="0">
                <a:solidFill>
                  <a:srgbClr val="002158"/>
                </a:solidFill>
                <a:latin typeface="Arial"/>
              </a:rPr>
              <a:t>To examine hospital encounter characteristics, temporal patterns, documented intent, and discharge disposition among suspected drug overdose and poisoning encounters in Laredo, Texas, using ESSENCE syndromic surveillance data.</a:t>
            </a:r>
            <a:endParaRPr sz="2000" b="0" i="1" dirty="0">
              <a:solidFill>
                <a:srgbClr val="002158"/>
              </a:solidFill>
              <a:latin typeface="Arial"/>
            </a:endParaRPr>
          </a:p>
        </p:txBody>
      </p:sp>
      <p:sp>
        <p:nvSpPr>
          <p:cNvPr id="5" name="Text Placeholder 4">
            <a:extLst>
              <a:ext uri="{FF2B5EF4-FFF2-40B4-BE49-F238E27FC236}">
                <a16:creationId xmlns:a16="http://schemas.microsoft.com/office/drawing/2014/main" id="{3704546E-270A-7710-46EE-02D49C93B0AE}"/>
              </a:ext>
            </a:extLst>
          </p:cNvPr>
          <p:cNvSpPr>
            <a:spLocks noGrp="1"/>
          </p:cNvSpPr>
          <p:nvPr>
            <p:ph type="body" sz="quarter" idx="20"/>
          </p:nvPr>
        </p:nvSpPr>
        <p:spPr>
          <a:xfrm>
            <a:off x="691756" y="8062468"/>
            <a:ext cx="7537845" cy="516324"/>
          </a:xfrm>
          <a:solidFill>
            <a:schemeClr val="accent5">
              <a:lumMod val="75000"/>
            </a:schemeClr>
          </a:solidFill>
        </p:spPr>
        <p:txBody>
          <a:bodyPr wrap="square"/>
          <a:lstStyle/>
          <a:p>
            <a:pPr>
              <a:lnSpc>
                <a:spcPct val="125000"/>
              </a:lnSpc>
              <a:spcAft>
                <a:spcPts val="1000"/>
              </a:spcAft>
            </a:pPr>
            <a:r>
              <a:rPr sz="2400" b="1" i="0" dirty="0">
                <a:latin typeface="Arial"/>
              </a:rPr>
              <a:t>OBJECTIVES</a:t>
            </a:r>
            <a:endParaRPr lang="en-US" dirty="0"/>
          </a:p>
        </p:txBody>
      </p:sp>
      <p:sp>
        <p:nvSpPr>
          <p:cNvPr id="6" name="Text Placeholder 5">
            <a:extLst>
              <a:ext uri="{FF2B5EF4-FFF2-40B4-BE49-F238E27FC236}">
                <a16:creationId xmlns:a16="http://schemas.microsoft.com/office/drawing/2014/main" id="{22EEB3AB-8474-DBFE-F99D-0818749F814B}"/>
              </a:ext>
            </a:extLst>
          </p:cNvPr>
          <p:cNvSpPr>
            <a:spLocks noGrp="1"/>
          </p:cNvSpPr>
          <p:nvPr/>
        </p:nvSpPr>
        <p:spPr>
          <a:xfrm>
            <a:off x="8696187" y="4037488"/>
            <a:ext cx="15540037" cy="8129995"/>
          </a:xfrm>
        </p:spPr>
        <p:txBody>
          <a:bodyPr wrap="square"/>
          <a:lstStyle/>
          <a:p>
            <a:pPr>
              <a:lnSpc>
                <a:spcPct val="125000"/>
              </a:lnSpc>
              <a:spcAft>
                <a:spcPts val="1000"/>
              </a:spcAft>
            </a:pPr>
            <a:r>
              <a:rPr lang="en-US" sz="2000" b="1" i="1" dirty="0">
                <a:solidFill>
                  <a:srgbClr val="002158"/>
                </a:solidFill>
                <a:latin typeface="Arial"/>
              </a:rPr>
              <a:t>Study Design: </a:t>
            </a:r>
            <a:r>
              <a:rPr lang="en-US" sz="2000" i="1" dirty="0">
                <a:solidFill>
                  <a:srgbClr val="002158"/>
                </a:solidFill>
                <a:latin typeface="Arial"/>
              </a:rPr>
              <a:t>Retrospective, descriptive observational study.</a:t>
            </a:r>
          </a:p>
          <a:p>
            <a:pPr>
              <a:lnSpc>
                <a:spcPct val="125000"/>
              </a:lnSpc>
              <a:spcAft>
                <a:spcPts val="1000"/>
              </a:spcAft>
            </a:pPr>
            <a:r>
              <a:rPr lang="en-US" sz="2000" b="1" i="1" dirty="0">
                <a:solidFill>
                  <a:srgbClr val="002158"/>
                </a:solidFill>
                <a:latin typeface="Arial"/>
              </a:rPr>
              <a:t>Setting and Period: </a:t>
            </a:r>
            <a:r>
              <a:rPr lang="en-US" sz="2000" i="1" dirty="0">
                <a:solidFill>
                  <a:srgbClr val="002158"/>
                </a:solidFill>
                <a:latin typeface="Arial"/>
              </a:rPr>
              <a:t>Two hospitals in Laredo, Texas; January–December 2025.Data Source: ESSENCE syndromic surveillance data provided by the Laredo Public Health Epidemiology Department.</a:t>
            </a:r>
          </a:p>
          <a:p>
            <a:pPr>
              <a:lnSpc>
                <a:spcPct val="125000"/>
              </a:lnSpc>
              <a:spcAft>
                <a:spcPts val="1000"/>
              </a:spcAft>
            </a:pPr>
            <a:r>
              <a:rPr lang="en-US" sz="2000" b="1" i="1" dirty="0">
                <a:solidFill>
                  <a:srgbClr val="002158"/>
                </a:solidFill>
                <a:latin typeface="Arial"/>
              </a:rPr>
              <a:t>Sample Selection: </a:t>
            </a:r>
            <a:r>
              <a:rPr lang="en-US" sz="2000" i="1" dirty="0">
                <a:solidFill>
                  <a:srgbClr val="002158"/>
                </a:solidFill>
                <a:latin typeface="Arial"/>
              </a:rPr>
              <a:t>An initial 706 encounters were identified through existing CDC surveillance queries incorporating chief complaint and discharge diagnosis information. A single researcher manually reviewed all original chief complaints and retained 401 encounters (56.8%) meeting the study's suspected overdose/poisoning criteria.</a:t>
            </a:r>
          </a:p>
          <a:p>
            <a:pPr>
              <a:lnSpc>
                <a:spcPct val="125000"/>
              </a:lnSpc>
              <a:spcAft>
                <a:spcPts val="1000"/>
              </a:spcAft>
            </a:pPr>
            <a:r>
              <a:rPr lang="en-US" sz="2000" b="1" i="1" dirty="0">
                <a:solidFill>
                  <a:srgbClr val="002158"/>
                </a:solidFill>
                <a:latin typeface="Arial"/>
              </a:rPr>
              <a:t>Inclusion Criteria: </a:t>
            </a:r>
            <a:r>
              <a:rPr lang="en-US" sz="2000" i="1" dirty="0">
                <a:solidFill>
                  <a:srgbClr val="002158"/>
                </a:solidFill>
                <a:latin typeface="Arial"/>
              </a:rPr>
              <a:t>Current suspected overdose, poisoning, potentially excessive or unknown-quantity medication ingestion, or acute altered mental status/unresponsiveness associated with suspected substance exposure.</a:t>
            </a:r>
          </a:p>
          <a:p>
            <a:pPr>
              <a:lnSpc>
                <a:spcPct val="125000"/>
              </a:lnSpc>
              <a:spcAft>
                <a:spcPts val="1000"/>
              </a:spcAft>
            </a:pPr>
            <a:r>
              <a:rPr lang="en-US" sz="2000" b="1" i="1" dirty="0">
                <a:solidFill>
                  <a:srgbClr val="002158"/>
                </a:solidFill>
                <a:latin typeface="Arial"/>
              </a:rPr>
              <a:t>Analysis: </a:t>
            </a:r>
            <a:r>
              <a:rPr lang="en-US" sz="2000" i="1" dirty="0">
                <a:solidFill>
                  <a:srgbClr val="002158"/>
                </a:solidFill>
                <a:latin typeface="Arial"/>
              </a:rPr>
              <a:t>Descriptive statistics summarized demographics, monthly encounter counts, researcher-classified intent, and disposition outcomes. Intent was categorized as Accidental/Unintentional, Intentional/Self-Harm, or Not Stated/Unclear.</a:t>
            </a:r>
          </a:p>
          <a:p>
            <a:pPr>
              <a:lnSpc>
                <a:spcPct val="125000"/>
              </a:lnSpc>
              <a:spcAft>
                <a:spcPts val="1000"/>
              </a:spcAft>
            </a:pPr>
            <a:r>
              <a:rPr lang="en-US" sz="2000" b="1" i="1" dirty="0">
                <a:solidFill>
                  <a:srgbClr val="002158"/>
                </a:solidFill>
                <a:latin typeface="Arial"/>
              </a:rPr>
              <a:t>Denominators: </a:t>
            </a:r>
            <a:r>
              <a:rPr lang="en-US" sz="2000" i="1" dirty="0">
                <a:solidFill>
                  <a:srgbClr val="002158"/>
                </a:solidFill>
                <a:latin typeface="Arial"/>
              </a:rPr>
              <a:t>Overall percentages use 401 encounters unless a specific subgroup denominator is identified. Encounters, not unique patients, were the unit of analysis.</a:t>
            </a:r>
            <a:endParaRPr sz="2000" b="0" i="1" dirty="0">
              <a:solidFill>
                <a:srgbClr val="002158"/>
              </a:solidFill>
              <a:latin typeface="Arial"/>
            </a:endParaRPr>
          </a:p>
        </p:txBody>
      </p:sp>
      <p:sp>
        <p:nvSpPr>
          <p:cNvPr id="7" name="Text Placeholder 6">
            <a:extLst>
              <a:ext uri="{FF2B5EF4-FFF2-40B4-BE49-F238E27FC236}">
                <a16:creationId xmlns:a16="http://schemas.microsoft.com/office/drawing/2014/main" id="{8248B8B9-4E59-F617-5295-ED58B8097EFC}"/>
              </a:ext>
            </a:extLst>
          </p:cNvPr>
          <p:cNvSpPr>
            <a:spLocks noGrp="1"/>
          </p:cNvSpPr>
          <p:nvPr>
            <p:ph type="body" sz="quarter" idx="22"/>
          </p:nvPr>
        </p:nvSpPr>
        <p:spPr>
          <a:xfrm>
            <a:off x="8696187" y="3577514"/>
            <a:ext cx="15540038" cy="505854"/>
          </a:xfrm>
          <a:solidFill>
            <a:schemeClr val="accent5">
              <a:lumMod val="75000"/>
            </a:schemeClr>
          </a:solidFill>
        </p:spPr>
        <p:txBody>
          <a:bodyPr wrap="square"/>
          <a:lstStyle/>
          <a:p>
            <a:pPr>
              <a:lnSpc>
                <a:spcPct val="125000"/>
              </a:lnSpc>
              <a:spcAft>
                <a:spcPts val="1000"/>
              </a:spcAft>
            </a:pPr>
            <a:r>
              <a:rPr sz="2400" b="1" i="0" dirty="0">
                <a:latin typeface="Arial"/>
              </a:rPr>
              <a:t>MATERIALS &amp; METHODS</a:t>
            </a:r>
            <a:endParaRPr lang="en-US" dirty="0"/>
          </a:p>
        </p:txBody>
      </p:sp>
      <p:sp>
        <p:nvSpPr>
          <p:cNvPr id="8" name="Text Placeholder 7">
            <a:extLst>
              <a:ext uri="{FF2B5EF4-FFF2-40B4-BE49-F238E27FC236}">
                <a16:creationId xmlns:a16="http://schemas.microsoft.com/office/drawing/2014/main" id="{3BF628C1-755C-898B-7F34-EEC25F064960}"/>
              </a:ext>
            </a:extLst>
          </p:cNvPr>
          <p:cNvSpPr>
            <a:spLocks noGrp="1"/>
          </p:cNvSpPr>
          <p:nvPr/>
        </p:nvSpPr>
        <p:spPr>
          <a:xfrm>
            <a:off x="8687335" y="10263672"/>
            <a:ext cx="15540038" cy="1031707"/>
          </a:xfrm>
        </p:spPr>
        <p:txBody>
          <a:bodyPr wrap="square"/>
          <a:lstStyle/>
          <a:p>
            <a:pPr>
              <a:lnSpc>
                <a:spcPct val="125000"/>
              </a:lnSpc>
              <a:spcAft>
                <a:spcPts val="1000"/>
              </a:spcAft>
            </a:pPr>
            <a:r>
              <a:rPr lang="en-US" sz="3000" i="1" dirty="0">
                <a:solidFill>
                  <a:srgbClr val="002158"/>
                </a:solidFill>
                <a:latin typeface="Arial"/>
              </a:rPr>
              <a:t>66.1%265 of 401 suspected overdose/poisoning encounters were classified as discharged. </a:t>
            </a:r>
            <a:r>
              <a:rPr lang="en-US" sz="2000" i="1" dirty="0">
                <a:solidFill>
                  <a:srgbClr val="002158"/>
                </a:solidFill>
                <a:latin typeface="Arial"/>
              </a:rPr>
              <a:t>Existing syndromic surveillance data can help local public health departments begin informed conversations with healthcare partners about overdose prevention and continuity of care. </a:t>
            </a:r>
            <a:endParaRPr sz="2000" b="0" i="1" dirty="0">
              <a:solidFill>
                <a:srgbClr val="002158"/>
              </a:solidFill>
              <a:latin typeface="Arial"/>
            </a:endParaRPr>
          </a:p>
        </p:txBody>
      </p:sp>
      <p:sp>
        <p:nvSpPr>
          <p:cNvPr id="9" name="Text Placeholder 8">
            <a:extLst>
              <a:ext uri="{FF2B5EF4-FFF2-40B4-BE49-F238E27FC236}">
                <a16:creationId xmlns:a16="http://schemas.microsoft.com/office/drawing/2014/main" id="{30332601-8943-3202-381D-81336673DEAE}"/>
              </a:ext>
            </a:extLst>
          </p:cNvPr>
          <p:cNvSpPr>
            <a:spLocks noGrp="1"/>
          </p:cNvSpPr>
          <p:nvPr>
            <p:ph type="body" sz="quarter" idx="24"/>
          </p:nvPr>
        </p:nvSpPr>
        <p:spPr>
          <a:xfrm>
            <a:off x="8687335" y="9641768"/>
            <a:ext cx="15540038" cy="505854"/>
          </a:xfrm>
          <a:solidFill>
            <a:schemeClr val="accent5">
              <a:lumMod val="75000"/>
            </a:schemeClr>
          </a:solidFill>
        </p:spPr>
        <p:txBody>
          <a:bodyPr wrap="square"/>
          <a:lstStyle/>
          <a:p>
            <a:pPr>
              <a:lnSpc>
                <a:spcPct val="125000"/>
              </a:lnSpc>
              <a:spcAft>
                <a:spcPts val="1000"/>
              </a:spcAft>
            </a:pPr>
            <a:r>
              <a:rPr sz="2400" b="1" i="0" dirty="0">
                <a:latin typeface="Arial"/>
              </a:rPr>
              <a:t>RESULTS</a:t>
            </a:r>
            <a:endParaRPr lang="en-US" dirty="0"/>
          </a:p>
        </p:txBody>
      </p:sp>
      <p:sp>
        <p:nvSpPr>
          <p:cNvPr id="10" name="Text Placeholder 9">
            <a:extLst>
              <a:ext uri="{FF2B5EF4-FFF2-40B4-BE49-F238E27FC236}">
                <a16:creationId xmlns:a16="http://schemas.microsoft.com/office/drawing/2014/main" id="{85429FB0-3C8D-4CBD-7AA3-3ACBAC9F81AF}"/>
              </a:ext>
            </a:extLst>
          </p:cNvPr>
          <p:cNvSpPr>
            <a:spLocks noGrp="1"/>
          </p:cNvSpPr>
          <p:nvPr>
            <p:ph type="body" sz="quarter" idx="25"/>
          </p:nvPr>
        </p:nvSpPr>
        <p:spPr>
          <a:xfrm>
            <a:off x="24715629" y="3577514"/>
            <a:ext cx="7535264" cy="505854"/>
          </a:xfrm>
          <a:solidFill>
            <a:schemeClr val="accent5">
              <a:lumMod val="75000"/>
            </a:schemeClr>
          </a:solidFill>
        </p:spPr>
        <p:txBody>
          <a:bodyPr wrap="square"/>
          <a:lstStyle/>
          <a:p>
            <a:pPr>
              <a:lnSpc>
                <a:spcPct val="125000"/>
              </a:lnSpc>
              <a:spcAft>
                <a:spcPts val="1000"/>
              </a:spcAft>
            </a:pPr>
            <a:r>
              <a:rPr sz="2400" b="1" i="0" dirty="0">
                <a:latin typeface="Arial"/>
              </a:rPr>
              <a:t>CONCLUSIONS</a:t>
            </a:r>
            <a:endParaRPr lang="en-US" dirty="0"/>
          </a:p>
        </p:txBody>
      </p:sp>
      <p:sp>
        <p:nvSpPr>
          <p:cNvPr id="11" name="Text Placeholder 10">
            <a:extLst>
              <a:ext uri="{FF2B5EF4-FFF2-40B4-BE49-F238E27FC236}">
                <a16:creationId xmlns:a16="http://schemas.microsoft.com/office/drawing/2014/main" id="{F239988A-5A95-8F22-8EB8-EA2CD4DC55B8}"/>
              </a:ext>
            </a:extLst>
          </p:cNvPr>
          <p:cNvSpPr>
            <a:spLocks noGrp="1"/>
          </p:cNvSpPr>
          <p:nvPr/>
        </p:nvSpPr>
        <p:spPr>
          <a:xfrm>
            <a:off x="24715629" y="4042119"/>
            <a:ext cx="7535264" cy="3875463"/>
          </a:xfrm>
        </p:spPr>
        <p:txBody>
          <a:bodyPr wrap="square"/>
          <a:lstStyle/>
          <a:p>
            <a:pPr>
              <a:lnSpc>
                <a:spcPct val="125000"/>
              </a:lnSpc>
              <a:spcAft>
                <a:spcPts val="1000"/>
              </a:spcAft>
            </a:pPr>
            <a:r>
              <a:rPr lang="en-US" sz="2000" i="1" dirty="0">
                <a:solidFill>
                  <a:srgbClr val="002158"/>
                </a:solidFill>
                <a:latin typeface="Arial"/>
              </a:rPr>
              <a:t>Most selected suspected overdose/poisoning encounters were categorized as discharged; however, ESSENCE does not capture the full range of post-overdose care or discharge services. Findings provide a starting point for collaboration between Laredo Public Health and hospital partners to examine existing practices, identify potential prevention opportunities, and support technical assistance.</a:t>
            </a:r>
          </a:p>
          <a:p>
            <a:pPr>
              <a:lnSpc>
                <a:spcPct val="125000"/>
              </a:lnSpc>
              <a:spcAft>
                <a:spcPts val="1000"/>
              </a:spcAft>
            </a:pPr>
            <a:r>
              <a:rPr lang="en-US" sz="2000" i="1" dirty="0">
                <a:solidFill>
                  <a:srgbClr val="002158"/>
                </a:solidFill>
                <a:latin typeface="Arial"/>
              </a:rPr>
              <a:t>Limitation: Single-researcher chief complaint classification introduces potential misclassification, and 18.2% of encounters lacked a reported disposition.</a:t>
            </a:r>
            <a:endParaRPr sz="2000" b="0" i="1" dirty="0">
              <a:solidFill>
                <a:srgbClr val="002158"/>
              </a:solidFill>
              <a:latin typeface="Arial"/>
            </a:endParaRPr>
          </a:p>
        </p:txBody>
      </p:sp>
      <p:sp>
        <p:nvSpPr>
          <p:cNvPr id="12" name="Text Placeholder 11">
            <a:extLst>
              <a:ext uri="{FF2B5EF4-FFF2-40B4-BE49-F238E27FC236}">
                <a16:creationId xmlns:a16="http://schemas.microsoft.com/office/drawing/2014/main" id="{605D3834-52C6-B946-4E05-F98FE03D2B48}"/>
              </a:ext>
            </a:extLst>
          </p:cNvPr>
          <p:cNvSpPr>
            <a:spLocks noGrp="1"/>
          </p:cNvSpPr>
          <p:nvPr>
            <p:ph type="body" sz="quarter" idx="27"/>
          </p:nvPr>
        </p:nvSpPr>
        <p:spPr>
          <a:xfrm>
            <a:off x="24715629" y="8166525"/>
            <a:ext cx="7535264" cy="481192"/>
          </a:xfrm>
          <a:solidFill>
            <a:schemeClr val="accent5">
              <a:lumMod val="75000"/>
            </a:schemeClr>
          </a:solidFill>
        </p:spPr>
        <p:txBody>
          <a:bodyPr wrap="square"/>
          <a:lstStyle/>
          <a:p>
            <a:pPr>
              <a:lnSpc>
                <a:spcPct val="125000"/>
              </a:lnSpc>
              <a:spcAft>
                <a:spcPts val="1000"/>
              </a:spcAft>
            </a:pPr>
            <a:r>
              <a:rPr sz="2400" b="1" i="0" dirty="0">
                <a:latin typeface="Arial"/>
              </a:rPr>
              <a:t>REFERENCES</a:t>
            </a:r>
            <a:endParaRPr lang="en-US" dirty="0"/>
          </a:p>
        </p:txBody>
      </p:sp>
      <p:sp>
        <p:nvSpPr>
          <p:cNvPr id="13" name="Text Placeholder 12">
            <a:extLst>
              <a:ext uri="{FF2B5EF4-FFF2-40B4-BE49-F238E27FC236}">
                <a16:creationId xmlns:a16="http://schemas.microsoft.com/office/drawing/2014/main" id="{1196FCF1-851D-99EA-3D5E-C400EEBE3173}"/>
              </a:ext>
            </a:extLst>
          </p:cNvPr>
          <p:cNvSpPr>
            <a:spLocks noGrp="1"/>
          </p:cNvSpPr>
          <p:nvPr/>
        </p:nvSpPr>
        <p:spPr>
          <a:xfrm>
            <a:off x="24713742" y="8729985"/>
            <a:ext cx="7539038" cy="6024690"/>
          </a:xfrm>
        </p:spPr>
        <p:txBody>
          <a:bodyPr wrap="square"/>
          <a:lstStyle/>
          <a:p>
            <a:pPr>
              <a:lnSpc>
                <a:spcPct val="125000"/>
              </a:lnSpc>
              <a:spcAft>
                <a:spcPts val="1000"/>
              </a:spcAft>
            </a:pPr>
            <a:r>
              <a:rPr lang="en-US" sz="2000" i="1" dirty="0">
                <a:solidFill>
                  <a:srgbClr val="002158"/>
                </a:solidFill>
                <a:latin typeface="Arial"/>
              </a:rPr>
              <a:t>1. </a:t>
            </a:r>
            <a:r>
              <a:rPr lang="en-US" sz="2000" i="1" dirty="0" err="1">
                <a:solidFill>
                  <a:srgbClr val="002158"/>
                </a:solidFill>
                <a:latin typeface="Arial"/>
              </a:rPr>
              <a:t>Vivolo</a:t>
            </a:r>
            <a:r>
              <a:rPr lang="en-US" sz="2000" i="1" dirty="0">
                <a:solidFill>
                  <a:srgbClr val="002158"/>
                </a:solidFill>
                <a:latin typeface="Arial"/>
              </a:rPr>
              <a:t>-Kantor AM, et al. Vital signs: Trends in emergency department visits for suspected opioid overdoses—United States, July 2016–September 2017. *MMWR.* 2018;67:279–285. https://doi.org/10.15585/mmwr.mm6709e1</a:t>
            </a:r>
          </a:p>
          <a:p>
            <a:pPr>
              <a:lnSpc>
                <a:spcPct val="125000"/>
              </a:lnSpc>
              <a:spcAft>
                <a:spcPts val="1000"/>
              </a:spcAft>
            </a:pPr>
            <a:r>
              <a:rPr lang="en-US" sz="2000" i="1" dirty="0">
                <a:solidFill>
                  <a:srgbClr val="002158"/>
                </a:solidFill>
                <a:latin typeface="Arial"/>
              </a:rPr>
              <a:t>2. Holland KM, et al. Trends in US emergency department visits for mental health, overdose, and violence outcomes before and during the COVID-19 pandemic. *JAMA Psychiatry.* 2021;78(4):372–379. https://doi.org/10.1001/jamapsychiatry.2020.4402</a:t>
            </a:r>
          </a:p>
          <a:p>
            <a:pPr>
              <a:lnSpc>
                <a:spcPct val="125000"/>
              </a:lnSpc>
              <a:spcAft>
                <a:spcPts val="1000"/>
              </a:spcAft>
            </a:pPr>
            <a:r>
              <a:rPr lang="en-US" sz="2000" i="1" dirty="0">
                <a:solidFill>
                  <a:srgbClr val="002158"/>
                </a:solidFill>
                <a:latin typeface="Arial"/>
              </a:rPr>
              <a:t>3. Centers for Disease Control and Prevention. *PHIN Messaging Guide for Syndromic Surveillance.* Release 2.0. Appendix G: Discharge Disposition Value Set. 2015. https://www.cdc.gov/nssp/documents/guides/syndrsurvmessagguide2_messagingguide_phn.pdf</a:t>
            </a:r>
          </a:p>
          <a:p>
            <a:pPr>
              <a:lnSpc>
                <a:spcPct val="125000"/>
              </a:lnSpc>
              <a:spcAft>
                <a:spcPts val="1000"/>
              </a:spcAft>
            </a:pPr>
            <a:r>
              <a:rPr lang="en-US" sz="2000" i="1" dirty="0">
                <a:solidFill>
                  <a:srgbClr val="002158"/>
                </a:solidFill>
                <a:latin typeface="Arial"/>
              </a:rPr>
              <a:t>4. Syndromic Surveillance Knowledge Repository. *CDC All Drug Overdose v3 Parsed.* https://knowledgerepository.syndromicsurveillance.org/cdc-all-drug-overdose-v3-parsed</a:t>
            </a:r>
            <a:endParaRPr lang="en-US" sz="2000" b="0" i="1" dirty="0">
              <a:solidFill>
                <a:srgbClr val="002158"/>
              </a:solidFill>
              <a:latin typeface="Arial"/>
            </a:endParaRPr>
          </a:p>
        </p:txBody>
      </p:sp>
      <p:sp>
        <p:nvSpPr>
          <p:cNvPr id="14" name="Text Placeholder 13">
            <a:extLst>
              <a:ext uri="{FF2B5EF4-FFF2-40B4-BE49-F238E27FC236}">
                <a16:creationId xmlns:a16="http://schemas.microsoft.com/office/drawing/2014/main" id="{98FBB6B1-902F-CAD7-4E45-182443000850}"/>
              </a:ext>
            </a:extLst>
          </p:cNvPr>
          <p:cNvSpPr>
            <a:spLocks noGrp="1"/>
          </p:cNvSpPr>
          <p:nvPr>
            <p:ph type="body" sz="quarter" idx="29"/>
          </p:nvPr>
        </p:nvSpPr>
        <p:spPr>
          <a:xfrm>
            <a:off x="24715629" y="16303229"/>
            <a:ext cx="7535264" cy="547575"/>
          </a:xfrm>
          <a:solidFill>
            <a:schemeClr val="accent5">
              <a:lumMod val="75000"/>
            </a:schemeClr>
          </a:solidFill>
        </p:spPr>
        <p:txBody>
          <a:bodyPr wrap="square"/>
          <a:lstStyle/>
          <a:p>
            <a:pPr>
              <a:lnSpc>
                <a:spcPct val="125000"/>
              </a:lnSpc>
              <a:spcAft>
                <a:spcPts val="1000"/>
              </a:spcAft>
            </a:pPr>
            <a:r>
              <a:rPr sz="2400" b="1" i="0" dirty="0">
                <a:latin typeface="Arial"/>
              </a:rPr>
              <a:t>ACKNOWLEDGEMENTS</a:t>
            </a:r>
            <a:endParaRPr lang="en-US" dirty="0"/>
          </a:p>
        </p:txBody>
      </p:sp>
      <p:sp>
        <p:nvSpPr>
          <p:cNvPr id="15" name="Text Placeholder 14">
            <a:extLst>
              <a:ext uri="{FF2B5EF4-FFF2-40B4-BE49-F238E27FC236}">
                <a16:creationId xmlns:a16="http://schemas.microsoft.com/office/drawing/2014/main" id="{79164FAC-8B23-CCF8-7094-F5D9FA3DEE17}"/>
              </a:ext>
            </a:extLst>
          </p:cNvPr>
          <p:cNvSpPr>
            <a:spLocks noGrp="1"/>
          </p:cNvSpPr>
          <p:nvPr/>
        </p:nvSpPr>
        <p:spPr>
          <a:xfrm>
            <a:off x="24772300" y="16856958"/>
            <a:ext cx="7480479" cy="1722408"/>
          </a:xfrm>
        </p:spPr>
        <p:txBody>
          <a:bodyPr wrap="square"/>
          <a:lstStyle/>
          <a:p>
            <a:pPr>
              <a:lnSpc>
                <a:spcPct val="125000"/>
              </a:lnSpc>
              <a:spcAft>
                <a:spcPts val="1000"/>
              </a:spcAft>
            </a:pPr>
            <a:r>
              <a:rPr lang="en-US" sz="2000" i="1" dirty="0">
                <a:solidFill>
                  <a:srgbClr val="002158"/>
                </a:solidFill>
                <a:latin typeface="Arial"/>
              </a:rPr>
              <a:t>The author acknowledges the City of Laredo Public Health Department's Epidemiology Department for providing the ESSENCE surveillance dataset and supporting local overdose surveillance efforts.</a:t>
            </a:r>
          </a:p>
        </p:txBody>
      </p:sp>
      <p:sp>
        <p:nvSpPr>
          <p:cNvPr id="16" name="Text Placeholder 15">
            <a:extLst>
              <a:ext uri="{FF2B5EF4-FFF2-40B4-BE49-F238E27FC236}">
                <a16:creationId xmlns:a16="http://schemas.microsoft.com/office/drawing/2014/main" id="{BC905B46-30AB-BDB7-510F-D2D9822223AB}"/>
              </a:ext>
            </a:extLst>
          </p:cNvPr>
          <p:cNvSpPr>
            <a:spLocks noGrp="1"/>
          </p:cNvSpPr>
          <p:nvPr>
            <p:ph type="body" sz="quarter" idx="161"/>
          </p:nvPr>
        </p:nvSpPr>
        <p:spPr>
          <a:xfrm>
            <a:off x="3215581" y="1858710"/>
            <a:ext cx="24109797" cy="508281"/>
          </a:xfrm>
        </p:spPr>
        <p:txBody>
          <a:bodyPr wrap="square"/>
          <a:lstStyle/>
          <a:p>
            <a:pPr>
              <a:lnSpc>
                <a:spcPct val="125000"/>
              </a:lnSpc>
              <a:spcAft>
                <a:spcPts val="1000"/>
              </a:spcAft>
            </a:pPr>
            <a:r>
              <a:rPr lang="en-US" sz="2400" b="1" dirty="0">
                <a:latin typeface="Arial"/>
              </a:rPr>
              <a:t>Adriana D. Morales, MS, LCDC</a:t>
            </a:r>
            <a:endParaRPr lang="en-US" sz="2400" dirty="0"/>
          </a:p>
        </p:txBody>
      </p:sp>
      <p:sp>
        <p:nvSpPr>
          <p:cNvPr id="17" name="Text Placeholder 16">
            <a:extLst>
              <a:ext uri="{FF2B5EF4-FFF2-40B4-BE49-F238E27FC236}">
                <a16:creationId xmlns:a16="http://schemas.microsoft.com/office/drawing/2014/main" id="{B1880ABB-D75C-8F94-9C86-DC0C839157E1}"/>
              </a:ext>
            </a:extLst>
          </p:cNvPr>
          <p:cNvSpPr>
            <a:spLocks noGrp="1"/>
          </p:cNvSpPr>
          <p:nvPr>
            <p:ph type="body" sz="quarter" idx="195"/>
          </p:nvPr>
        </p:nvSpPr>
        <p:spPr>
          <a:xfrm>
            <a:off x="8848055" y="2277443"/>
            <a:ext cx="12844850" cy="408882"/>
          </a:xfrm>
        </p:spPr>
        <p:txBody>
          <a:bodyPr wrap="square"/>
          <a:lstStyle/>
          <a:p>
            <a:pPr>
              <a:lnSpc>
                <a:spcPct val="125000"/>
              </a:lnSpc>
              <a:spcAft>
                <a:spcPts val="1000"/>
              </a:spcAft>
            </a:pPr>
            <a:r>
              <a:rPr lang="en-US" sz="2200" dirty="0">
                <a:latin typeface="Arial"/>
              </a:rPr>
              <a:t>Health Opioid Abatement | City of Laredo Public Health Department </a:t>
            </a:r>
            <a:r>
              <a:rPr sz="2200" b="0" i="0" dirty="0">
                <a:latin typeface="Arial"/>
              </a:rPr>
              <a:t>·   APHA 2026, Abstract #</a:t>
            </a:r>
            <a:r>
              <a:rPr lang="en-US" sz="2200" dirty="0">
                <a:latin typeface="Arial"/>
              </a:rPr>
              <a:t>586221</a:t>
            </a:r>
            <a:endParaRPr lang="en-US" sz="2200" dirty="0"/>
          </a:p>
        </p:txBody>
      </p:sp>
      <p:sp>
        <p:nvSpPr>
          <p:cNvPr id="18" name="Text Placeholder 17">
            <a:extLst>
              <a:ext uri="{FF2B5EF4-FFF2-40B4-BE49-F238E27FC236}">
                <a16:creationId xmlns:a16="http://schemas.microsoft.com/office/drawing/2014/main" id="{28D0F047-5C33-8047-DA92-13E240348F5B}"/>
              </a:ext>
            </a:extLst>
          </p:cNvPr>
          <p:cNvSpPr>
            <a:spLocks noGrp="1"/>
          </p:cNvSpPr>
          <p:nvPr>
            <p:ph type="title" sz="quarter"/>
          </p:nvPr>
        </p:nvSpPr>
        <p:spPr>
          <a:xfrm>
            <a:off x="3529267" y="316732"/>
            <a:ext cx="23482426" cy="1332611"/>
          </a:xfrm>
        </p:spPr>
        <p:txBody>
          <a:bodyPr wrap="square"/>
          <a:lstStyle/>
          <a:p>
            <a:r>
              <a:rPr lang="en-US" sz="4500" b="1" dirty="0"/>
              <a:t>Using Syndromic Surveillance to Describe Hospital Disposition Patterns Following Suspected Overdose and Poisoning in a Medically Underserved Community</a:t>
            </a:r>
          </a:p>
        </p:txBody>
      </p:sp>
      <p:sp>
        <p:nvSpPr>
          <p:cNvPr id="19" name="Rounded Rectangle 18"/>
          <p:cNvSpPr/>
          <p:nvPr/>
        </p:nvSpPr>
        <p:spPr>
          <a:xfrm>
            <a:off x="384048" y="182880"/>
            <a:ext cx="2432304" cy="2249424"/>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Logo of the City of Laredo Public Health Department: a shield containing a white cross, above the words Laredo Public Health."/>
          <p:cNvPicPr>
            <a:picLocks noChangeAspect="1"/>
          </p:cNvPicPr>
          <p:nvPr/>
        </p:nvPicPr>
        <p:blipFill>
          <a:blip r:embed="rId2"/>
          <a:stretch>
            <a:fillRect/>
          </a:stretch>
        </p:blipFill>
        <p:spPr>
          <a:xfrm>
            <a:off x="457200" y="256032"/>
            <a:ext cx="2103120" cy="2103120"/>
          </a:xfrm>
          <a:prstGeom prst="rect">
            <a:avLst/>
          </a:prstGeom>
        </p:spPr>
      </p:pic>
      <p:sp>
        <p:nvSpPr>
          <p:cNvPr id="22" name="Rounded Rectangle 21"/>
          <p:cNvSpPr/>
          <p:nvPr/>
        </p:nvSpPr>
        <p:spPr>
          <a:xfrm>
            <a:off x="457200" y="18580608"/>
            <a:ext cx="14813280" cy="502920"/>
          </a:xfrm>
          <a:prstGeom prst="roundRect">
            <a:avLst/>
          </a:prstGeom>
          <a:solidFill>
            <a:srgbClr val="002158"/>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lnSpc>
                <a:spcPct val="125000"/>
              </a:lnSpc>
              <a:spcAft>
                <a:spcPts val="1000"/>
              </a:spcAft>
            </a:pPr>
            <a:r>
              <a:rPr sz="2000" b="0" i="1">
                <a:solidFill>
                  <a:srgbClr val="CDA97A"/>
                </a:solidFill>
                <a:latin typeface="Arial"/>
              </a:rPr>
              <a:t>Delete this note. File is 36 x 21 in.; print at 200% for 72 x 42 in. Type doubles.</a:t>
            </a:r>
          </a:p>
        </p:txBody>
      </p:sp>
      <p:pic>
        <p:nvPicPr>
          <p:cNvPr id="28" name="Picture 27">
            <a:extLst>
              <a:ext uri="{FF2B5EF4-FFF2-40B4-BE49-F238E27FC236}">
                <a16:creationId xmlns:a16="http://schemas.microsoft.com/office/drawing/2014/main" id="{014B6D2C-AE36-418F-97CD-750ADF973A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05957" y="12413413"/>
            <a:ext cx="7630268" cy="4442420"/>
          </a:xfrm>
          <a:prstGeom prst="rect">
            <a:avLst/>
          </a:prstGeom>
        </p:spPr>
      </p:pic>
      <p:pic>
        <p:nvPicPr>
          <p:cNvPr id="30" name="Picture 29">
            <a:extLst>
              <a:ext uri="{FF2B5EF4-FFF2-40B4-BE49-F238E27FC236}">
                <a16:creationId xmlns:a16="http://schemas.microsoft.com/office/drawing/2014/main" id="{7ADC5B52-13FA-422E-8B6C-94D504DAC8D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709003" y="12384362"/>
            <a:ext cx="7678089" cy="4470262"/>
          </a:xfrm>
          <a:prstGeom prst="rect">
            <a:avLst/>
          </a:prstGeom>
        </p:spPr>
      </p:pic>
      <p:sp>
        <p:nvSpPr>
          <p:cNvPr id="31" name="Text Placeholder 12">
            <a:extLst>
              <a:ext uri="{FF2B5EF4-FFF2-40B4-BE49-F238E27FC236}">
                <a16:creationId xmlns:a16="http://schemas.microsoft.com/office/drawing/2014/main" id="{45F6A274-4F6A-4105-B22C-9095CA52E081}"/>
              </a:ext>
            </a:extLst>
          </p:cNvPr>
          <p:cNvSpPr>
            <a:spLocks noGrp="1"/>
          </p:cNvSpPr>
          <p:nvPr/>
        </p:nvSpPr>
        <p:spPr>
          <a:xfrm>
            <a:off x="8709003" y="11788600"/>
            <a:ext cx="7539038" cy="909280"/>
          </a:xfrm>
        </p:spPr>
        <p:txBody>
          <a:bodyPr wrap="square"/>
          <a:lstStyle/>
          <a:p>
            <a:pPr>
              <a:lnSpc>
                <a:spcPct val="125000"/>
              </a:lnSpc>
              <a:spcAft>
                <a:spcPts val="1000"/>
              </a:spcAft>
            </a:pPr>
            <a:r>
              <a:rPr lang="en-US" sz="2000" b="1" dirty="0">
                <a:solidFill>
                  <a:srgbClr val="002158"/>
                </a:solidFill>
                <a:latin typeface="Arial"/>
              </a:rPr>
              <a:t>Figure 1 — Temporal Distribution</a:t>
            </a:r>
            <a:endParaRPr sz="2000" b="1" dirty="0">
              <a:solidFill>
                <a:srgbClr val="002158"/>
              </a:solidFill>
              <a:latin typeface="Arial"/>
            </a:endParaRPr>
          </a:p>
        </p:txBody>
      </p:sp>
      <p:sp>
        <p:nvSpPr>
          <p:cNvPr id="32" name="Text Placeholder 12">
            <a:extLst>
              <a:ext uri="{FF2B5EF4-FFF2-40B4-BE49-F238E27FC236}">
                <a16:creationId xmlns:a16="http://schemas.microsoft.com/office/drawing/2014/main" id="{96B006F9-D625-4F56-8AB6-36CBB71CE4AF}"/>
              </a:ext>
            </a:extLst>
          </p:cNvPr>
          <p:cNvSpPr>
            <a:spLocks noGrp="1"/>
          </p:cNvSpPr>
          <p:nvPr/>
        </p:nvSpPr>
        <p:spPr>
          <a:xfrm>
            <a:off x="16605957" y="11782319"/>
            <a:ext cx="7539038" cy="909280"/>
          </a:xfrm>
        </p:spPr>
        <p:txBody>
          <a:bodyPr wrap="square"/>
          <a:lstStyle/>
          <a:p>
            <a:pPr>
              <a:lnSpc>
                <a:spcPct val="125000"/>
              </a:lnSpc>
              <a:spcAft>
                <a:spcPts val="1000"/>
              </a:spcAft>
            </a:pPr>
            <a:r>
              <a:rPr lang="en-US" sz="2000" b="1" dirty="0">
                <a:solidFill>
                  <a:srgbClr val="002158"/>
                </a:solidFill>
                <a:latin typeface="Arial"/>
              </a:rPr>
              <a:t>Figure 2 — Discharge Disposition</a:t>
            </a:r>
            <a:endParaRPr sz="2000" b="1" dirty="0">
              <a:solidFill>
                <a:srgbClr val="002158"/>
              </a:solidFill>
              <a:latin typeface="Arial"/>
            </a:endParaRPr>
          </a:p>
        </p:txBody>
      </p:sp>
      <p:sp>
        <p:nvSpPr>
          <p:cNvPr id="33" name="Text Placeholder 12">
            <a:extLst>
              <a:ext uri="{FF2B5EF4-FFF2-40B4-BE49-F238E27FC236}">
                <a16:creationId xmlns:a16="http://schemas.microsoft.com/office/drawing/2014/main" id="{89763B10-7267-48EF-9E75-A8B9A5E9FE6B}"/>
              </a:ext>
            </a:extLst>
          </p:cNvPr>
          <p:cNvSpPr>
            <a:spLocks noGrp="1"/>
          </p:cNvSpPr>
          <p:nvPr/>
        </p:nvSpPr>
        <p:spPr>
          <a:xfrm>
            <a:off x="8920766" y="16858546"/>
            <a:ext cx="7539038" cy="909280"/>
          </a:xfrm>
        </p:spPr>
        <p:txBody>
          <a:bodyPr wrap="square"/>
          <a:lstStyle/>
          <a:p>
            <a:pPr>
              <a:lnSpc>
                <a:spcPct val="125000"/>
              </a:lnSpc>
              <a:spcAft>
                <a:spcPts val="1000"/>
              </a:spcAft>
            </a:pPr>
            <a:r>
              <a:rPr lang="en-US" sz="2000" dirty="0">
                <a:solidFill>
                  <a:srgbClr val="002158"/>
                </a:solidFill>
                <a:latin typeface="Arial"/>
              </a:rPr>
              <a:t>Figure 1. Temporal distribution of suspected overdose/poisoning hospital encounters, January–December 2025 (N = 401). Monthly counts represent selected encounters, not overdose rates among all hospital encounters.</a:t>
            </a:r>
            <a:endParaRPr sz="2000" dirty="0">
              <a:solidFill>
                <a:srgbClr val="002158"/>
              </a:solidFill>
              <a:latin typeface="Arial"/>
            </a:endParaRPr>
          </a:p>
        </p:txBody>
      </p:sp>
      <p:sp>
        <p:nvSpPr>
          <p:cNvPr id="34" name="Text Placeholder 12">
            <a:extLst>
              <a:ext uri="{FF2B5EF4-FFF2-40B4-BE49-F238E27FC236}">
                <a16:creationId xmlns:a16="http://schemas.microsoft.com/office/drawing/2014/main" id="{25A2B020-9C9C-49D2-B082-628296A5114F}"/>
              </a:ext>
            </a:extLst>
          </p:cNvPr>
          <p:cNvSpPr>
            <a:spLocks noGrp="1"/>
          </p:cNvSpPr>
          <p:nvPr/>
        </p:nvSpPr>
        <p:spPr>
          <a:xfrm>
            <a:off x="16688335" y="16854624"/>
            <a:ext cx="7539038" cy="909280"/>
          </a:xfrm>
        </p:spPr>
        <p:txBody>
          <a:bodyPr wrap="square"/>
          <a:lstStyle/>
          <a:p>
            <a:pPr>
              <a:lnSpc>
                <a:spcPct val="125000"/>
              </a:lnSpc>
              <a:spcAft>
                <a:spcPts val="1000"/>
              </a:spcAft>
            </a:pPr>
            <a:r>
              <a:rPr lang="en-US" sz="2000" dirty="0">
                <a:solidFill>
                  <a:srgbClr val="002158"/>
                </a:solidFill>
                <a:latin typeface="Arial"/>
              </a:rPr>
              <a:t>Figure 2. Discharge disposition of selected hospital encounters (N = 401).66.1% discharged, 14.0% transferred, 1.7% admitted, and 18.2% not reported. Percentages are based on all 401 included encounters.</a:t>
            </a:r>
            <a:endParaRPr sz="2000" dirty="0">
              <a:solidFill>
                <a:srgbClr val="002158"/>
              </a:solidFill>
              <a:latin typeface="Arial"/>
            </a:endParaRPr>
          </a:p>
        </p:txBody>
      </p:sp>
      <p:sp>
        <p:nvSpPr>
          <p:cNvPr id="37" name="Text Placeholder 4">
            <a:extLst>
              <a:ext uri="{FF2B5EF4-FFF2-40B4-BE49-F238E27FC236}">
                <a16:creationId xmlns:a16="http://schemas.microsoft.com/office/drawing/2014/main" id="{F6174102-EB10-443A-8CF2-81B74137C059}"/>
              </a:ext>
            </a:extLst>
          </p:cNvPr>
          <p:cNvSpPr txBox="1">
            <a:spLocks/>
          </p:cNvSpPr>
          <p:nvPr/>
        </p:nvSpPr>
        <p:spPr>
          <a:xfrm>
            <a:off x="647916" y="10550113"/>
            <a:ext cx="7537845" cy="547575"/>
          </a:xfrm>
          <a:prstGeom prst="rect">
            <a:avLst/>
          </a:prstGeom>
          <a:solidFill>
            <a:schemeClr val="accent5">
              <a:lumMod val="75000"/>
            </a:schemeClr>
          </a:solidFill>
        </p:spPr>
        <p:txBody>
          <a:bodyPr wrap="square" lIns="65304" tIns="65304" rIns="65304" bIns="65304" anchor="t" anchorCtr="0">
            <a:spAutoFit/>
          </a:bodyPr>
          <a:lstStyle>
            <a:lvl1pPr marL="0" indent="0" algn="ctr" defTabSz="3134552" rtl="0" eaLnBrk="1" latinLnBrk="0" hangingPunct="1">
              <a:spcBef>
                <a:spcPct val="20000"/>
              </a:spcBef>
              <a:buFont typeface="Arial" pitchFamily="34" charset="0"/>
              <a:buNone/>
              <a:defRPr sz="1800" b="1" u="none" kern="1200" baseline="0">
                <a:solidFill>
                  <a:schemeClr val="bg1"/>
                </a:solidFill>
                <a:latin typeface="Century Gothic" panose="020B0502020202020204" pitchFamily="34" charset="0"/>
                <a:ea typeface="+mn-ea"/>
                <a:cs typeface="+mn-cs"/>
              </a:defRPr>
            </a:lvl1pPr>
            <a:lvl2pPr marL="2546824" indent="-979547" algn="l" defTabSz="3134552" rtl="0" eaLnBrk="1" latinLnBrk="0" hangingPunct="1">
              <a:spcBef>
                <a:spcPct val="20000"/>
              </a:spcBef>
              <a:buFont typeface="Arial" pitchFamily="34" charset="0"/>
              <a:buChar char="–"/>
              <a:defRPr sz="9600" kern="1200">
                <a:solidFill>
                  <a:schemeClr val="tx1"/>
                </a:solidFill>
                <a:latin typeface="+mn-lt"/>
                <a:ea typeface="+mn-ea"/>
                <a:cs typeface="+mn-cs"/>
              </a:defRPr>
            </a:lvl2pPr>
            <a:lvl3pPr marL="3918191" indent="-783639" algn="l" defTabSz="3134552" rtl="0" eaLnBrk="1" latinLnBrk="0" hangingPunct="1">
              <a:spcBef>
                <a:spcPct val="20000"/>
              </a:spcBef>
              <a:buFont typeface="Arial" pitchFamily="34" charset="0"/>
              <a:buChar char="•"/>
              <a:defRPr sz="8300" kern="1200">
                <a:solidFill>
                  <a:schemeClr val="tx1"/>
                </a:solidFill>
                <a:latin typeface="+mn-lt"/>
                <a:ea typeface="+mn-ea"/>
                <a:cs typeface="+mn-cs"/>
              </a:defRPr>
            </a:lvl3pPr>
            <a:lvl4pPr marL="5485468" indent="-783639" algn="l" defTabSz="3134552" rtl="0" eaLnBrk="1" latinLnBrk="0" hangingPunct="1">
              <a:spcBef>
                <a:spcPct val="20000"/>
              </a:spcBef>
              <a:buFont typeface="Arial" pitchFamily="34" charset="0"/>
              <a:buChar char="–"/>
              <a:defRPr sz="6900" kern="1200">
                <a:solidFill>
                  <a:schemeClr val="tx1"/>
                </a:solidFill>
                <a:latin typeface="+mn-lt"/>
                <a:ea typeface="+mn-ea"/>
                <a:cs typeface="+mn-cs"/>
              </a:defRPr>
            </a:lvl4pPr>
            <a:lvl5pPr marL="7052744" indent="-783639" algn="l" defTabSz="3134552" rtl="0" eaLnBrk="1" latinLnBrk="0" hangingPunct="1">
              <a:spcBef>
                <a:spcPct val="20000"/>
              </a:spcBef>
              <a:buFont typeface="Arial" pitchFamily="34" charset="0"/>
              <a:buChar char="»"/>
              <a:defRPr sz="6900" kern="1200">
                <a:solidFill>
                  <a:schemeClr val="tx1"/>
                </a:solidFill>
                <a:latin typeface="+mn-lt"/>
                <a:ea typeface="+mn-ea"/>
                <a:cs typeface="+mn-cs"/>
              </a:defRPr>
            </a:lvl5pPr>
            <a:lvl6pPr marL="8620020" indent="-783639" algn="l" defTabSz="3134552" rtl="0" eaLnBrk="1" latinLnBrk="0" hangingPunct="1">
              <a:spcBef>
                <a:spcPct val="20000"/>
              </a:spcBef>
              <a:buFont typeface="Arial" pitchFamily="34" charset="0"/>
              <a:buChar char="•"/>
              <a:defRPr sz="6900" kern="1200">
                <a:solidFill>
                  <a:schemeClr val="tx1"/>
                </a:solidFill>
                <a:latin typeface="+mn-lt"/>
                <a:ea typeface="+mn-ea"/>
                <a:cs typeface="+mn-cs"/>
              </a:defRPr>
            </a:lvl6pPr>
            <a:lvl7pPr marL="10187296" indent="-783639" algn="l" defTabSz="3134552" rtl="0" eaLnBrk="1" latinLnBrk="0" hangingPunct="1">
              <a:spcBef>
                <a:spcPct val="20000"/>
              </a:spcBef>
              <a:buFont typeface="Arial" pitchFamily="34" charset="0"/>
              <a:buChar char="•"/>
              <a:defRPr sz="6900" kern="1200">
                <a:solidFill>
                  <a:schemeClr val="tx1"/>
                </a:solidFill>
                <a:latin typeface="+mn-lt"/>
                <a:ea typeface="+mn-ea"/>
                <a:cs typeface="+mn-cs"/>
              </a:defRPr>
            </a:lvl7pPr>
            <a:lvl8pPr marL="11754573" indent="-783639" algn="l" defTabSz="3134552" rtl="0" eaLnBrk="1" latinLnBrk="0" hangingPunct="1">
              <a:spcBef>
                <a:spcPct val="20000"/>
              </a:spcBef>
              <a:buFont typeface="Arial" pitchFamily="34" charset="0"/>
              <a:buChar char="•"/>
              <a:defRPr sz="6900" kern="1200">
                <a:solidFill>
                  <a:schemeClr val="tx1"/>
                </a:solidFill>
                <a:latin typeface="+mn-lt"/>
                <a:ea typeface="+mn-ea"/>
                <a:cs typeface="+mn-cs"/>
              </a:defRPr>
            </a:lvl8pPr>
            <a:lvl9pPr marL="13321849" indent="-783639" algn="l" defTabSz="3134552" rtl="0" eaLnBrk="1" latinLnBrk="0" hangingPunct="1">
              <a:spcBef>
                <a:spcPct val="20000"/>
              </a:spcBef>
              <a:buFont typeface="Arial" pitchFamily="34" charset="0"/>
              <a:buChar char="•"/>
              <a:defRPr sz="6900" kern="1200">
                <a:solidFill>
                  <a:schemeClr val="tx1"/>
                </a:solidFill>
                <a:latin typeface="+mn-lt"/>
                <a:ea typeface="+mn-ea"/>
                <a:cs typeface="+mn-cs"/>
              </a:defRPr>
            </a:lvl9pPr>
          </a:lstStyle>
          <a:p>
            <a:pPr>
              <a:lnSpc>
                <a:spcPct val="125000"/>
              </a:lnSpc>
              <a:spcAft>
                <a:spcPts val="1000"/>
              </a:spcAft>
            </a:pPr>
            <a:r>
              <a:rPr lang="en-US" sz="2400" dirty="0">
                <a:latin typeface="Arial"/>
              </a:rPr>
              <a:t>ADDITIONAL KEY FINDINGS</a:t>
            </a:r>
            <a:endParaRPr lang="en-US" dirty="0"/>
          </a:p>
        </p:txBody>
      </p:sp>
      <p:sp>
        <p:nvSpPr>
          <p:cNvPr id="38" name="Text Placeholder 1">
            <a:extLst>
              <a:ext uri="{FF2B5EF4-FFF2-40B4-BE49-F238E27FC236}">
                <a16:creationId xmlns:a16="http://schemas.microsoft.com/office/drawing/2014/main" id="{5203A72F-A679-48D5-B95C-7F26E292577B}"/>
              </a:ext>
            </a:extLst>
          </p:cNvPr>
          <p:cNvSpPr>
            <a:spLocks noGrp="1"/>
          </p:cNvSpPr>
          <p:nvPr/>
        </p:nvSpPr>
        <p:spPr>
          <a:xfrm>
            <a:off x="649959" y="11212429"/>
            <a:ext cx="7542610" cy="5728155"/>
          </a:xfrm>
        </p:spPr>
        <p:txBody>
          <a:bodyPr wrap="square"/>
          <a:lstStyle/>
          <a:p>
            <a:pPr>
              <a:lnSpc>
                <a:spcPct val="125000"/>
              </a:lnSpc>
              <a:spcAft>
                <a:spcPts val="1000"/>
              </a:spcAft>
            </a:pPr>
            <a:r>
              <a:rPr lang="en-US" sz="2000" b="1" i="1" dirty="0">
                <a:solidFill>
                  <a:srgbClr val="002158"/>
                </a:solidFill>
                <a:latin typeface="Arial"/>
              </a:rPr>
              <a:t>Intent: </a:t>
            </a:r>
            <a:r>
              <a:rPr lang="en-US" sz="2000" i="1" dirty="0">
                <a:solidFill>
                  <a:srgbClr val="002158"/>
                </a:solidFill>
                <a:latin typeface="Arial"/>
              </a:rPr>
              <a:t>Not Stated/Unclear in 271 encounters (67.6%); Accidental/Unintentional in 89 (22.2%); Intentional/Self-Harm in 41 (10.2%).</a:t>
            </a:r>
          </a:p>
          <a:p>
            <a:pPr>
              <a:lnSpc>
                <a:spcPct val="125000"/>
              </a:lnSpc>
              <a:spcAft>
                <a:spcPts val="1000"/>
              </a:spcAft>
            </a:pPr>
            <a:r>
              <a:rPr lang="en-US" sz="2000" b="1" i="1" dirty="0">
                <a:solidFill>
                  <a:srgbClr val="002158"/>
                </a:solidFill>
                <a:latin typeface="Arial"/>
              </a:rPr>
              <a:t>Transfers: </a:t>
            </a:r>
            <a:r>
              <a:rPr lang="en-US" sz="2000" i="1" dirty="0">
                <a:solidFill>
                  <a:srgbClr val="002158"/>
                </a:solidFill>
                <a:latin typeface="Arial"/>
              </a:rPr>
              <a:t>Of 56 transferred encounters, 36 (64.3%) were coded as transfer to a psychiatric hospital or unit.</a:t>
            </a:r>
          </a:p>
          <a:p>
            <a:pPr>
              <a:lnSpc>
                <a:spcPct val="125000"/>
              </a:lnSpc>
              <a:spcAft>
                <a:spcPts val="1000"/>
              </a:spcAft>
            </a:pPr>
            <a:r>
              <a:rPr lang="en-US" sz="2000" b="1" i="1" dirty="0">
                <a:solidFill>
                  <a:srgbClr val="002158"/>
                </a:solidFill>
                <a:latin typeface="Arial"/>
              </a:rPr>
              <a:t>Intent and transfer: </a:t>
            </a:r>
            <a:r>
              <a:rPr lang="en-US" sz="2000" i="1" dirty="0">
                <a:solidFill>
                  <a:srgbClr val="002158"/>
                </a:solidFill>
                <a:latin typeface="Arial"/>
              </a:rPr>
              <a:t>Among 41 Intentional/Self-Harm encounters, 26 (63.4%) were transferred.</a:t>
            </a:r>
          </a:p>
          <a:p>
            <a:pPr>
              <a:lnSpc>
                <a:spcPct val="125000"/>
              </a:lnSpc>
              <a:spcAft>
                <a:spcPts val="1000"/>
              </a:spcAft>
            </a:pPr>
            <a:r>
              <a:rPr lang="en-US" sz="2000" b="1" i="1" dirty="0">
                <a:solidFill>
                  <a:srgbClr val="002158"/>
                </a:solidFill>
                <a:latin typeface="Arial"/>
              </a:rPr>
              <a:t>Additional discharge classifications: </a:t>
            </a:r>
            <a:r>
              <a:rPr lang="en-US" sz="2000" i="1" dirty="0">
                <a:solidFill>
                  <a:srgbClr val="002158"/>
                </a:solidFill>
                <a:latin typeface="Arial"/>
              </a:rPr>
              <a:t>Of 265 discharged encounters, 15 (5.7%) were coded as left against medical advice and 17 (6.4%) as discharged to law enforcement/custody.</a:t>
            </a:r>
          </a:p>
          <a:p>
            <a:pPr>
              <a:lnSpc>
                <a:spcPct val="125000"/>
              </a:lnSpc>
              <a:spcAft>
                <a:spcPts val="1000"/>
              </a:spcAft>
            </a:pPr>
            <a:r>
              <a:rPr lang="en-US" sz="2000" b="1" i="1" dirty="0">
                <a:solidFill>
                  <a:srgbClr val="002158"/>
                </a:solidFill>
                <a:latin typeface="Arial"/>
              </a:rPr>
              <a:t>Death disposition: </a:t>
            </a:r>
            <a:r>
              <a:rPr lang="en-US" sz="2000" i="1" dirty="0">
                <a:solidFill>
                  <a:srgbClr val="002158"/>
                </a:solidFill>
                <a:latin typeface="Arial"/>
              </a:rPr>
              <a:t>No encounters were coded with an in-hospital death disposition; this does not establish that no deaths occurred.</a:t>
            </a:r>
            <a:endParaRPr sz="2000" b="0" i="1" dirty="0">
              <a:solidFill>
                <a:srgbClr val="002158"/>
              </a:solidFill>
              <a:latin typeface="Arial"/>
            </a:endParaRPr>
          </a:p>
        </p:txBody>
      </p:sp>
      <p:sp>
        <p:nvSpPr>
          <p:cNvPr id="42" name="Text Placeholder 13">
            <a:extLst>
              <a:ext uri="{FF2B5EF4-FFF2-40B4-BE49-F238E27FC236}">
                <a16:creationId xmlns:a16="http://schemas.microsoft.com/office/drawing/2014/main" id="{83BCD205-8BA0-48C6-9549-95265CCA738E}"/>
              </a:ext>
            </a:extLst>
          </p:cNvPr>
          <p:cNvSpPr txBox="1">
            <a:spLocks/>
          </p:cNvSpPr>
          <p:nvPr/>
        </p:nvSpPr>
        <p:spPr>
          <a:xfrm>
            <a:off x="649206" y="16871982"/>
            <a:ext cx="7535264" cy="547575"/>
          </a:xfrm>
          <a:prstGeom prst="rect">
            <a:avLst/>
          </a:prstGeom>
          <a:solidFill>
            <a:schemeClr val="accent5">
              <a:lumMod val="75000"/>
            </a:schemeClr>
          </a:solidFill>
        </p:spPr>
        <p:txBody>
          <a:bodyPr wrap="square" lIns="65304" tIns="65304" rIns="65304" bIns="65304" anchor="t" anchorCtr="0">
            <a:spAutoFit/>
          </a:bodyPr>
          <a:lstStyle>
            <a:lvl1pPr marL="0" indent="0" algn="ctr" defTabSz="3134552" rtl="0" eaLnBrk="1" latinLnBrk="0" hangingPunct="1">
              <a:spcBef>
                <a:spcPct val="20000"/>
              </a:spcBef>
              <a:buFont typeface="Arial" pitchFamily="34" charset="0"/>
              <a:buNone/>
              <a:defRPr sz="1800" b="1" u="none" kern="1200" baseline="0">
                <a:solidFill>
                  <a:schemeClr val="bg1"/>
                </a:solidFill>
                <a:latin typeface="Century Gothic" panose="020B0502020202020204" pitchFamily="34" charset="0"/>
                <a:ea typeface="+mn-ea"/>
                <a:cs typeface="+mn-cs"/>
              </a:defRPr>
            </a:lvl1pPr>
            <a:lvl2pPr marL="2546824" indent="-979547" algn="l" defTabSz="3134552" rtl="0" eaLnBrk="1" latinLnBrk="0" hangingPunct="1">
              <a:spcBef>
                <a:spcPct val="20000"/>
              </a:spcBef>
              <a:buFont typeface="Arial" pitchFamily="34" charset="0"/>
              <a:buChar char="–"/>
              <a:defRPr sz="9600" kern="1200">
                <a:solidFill>
                  <a:schemeClr val="tx1"/>
                </a:solidFill>
                <a:latin typeface="+mn-lt"/>
                <a:ea typeface="+mn-ea"/>
                <a:cs typeface="+mn-cs"/>
              </a:defRPr>
            </a:lvl2pPr>
            <a:lvl3pPr marL="3918191" indent="-783639" algn="l" defTabSz="3134552" rtl="0" eaLnBrk="1" latinLnBrk="0" hangingPunct="1">
              <a:spcBef>
                <a:spcPct val="20000"/>
              </a:spcBef>
              <a:buFont typeface="Arial" pitchFamily="34" charset="0"/>
              <a:buChar char="•"/>
              <a:defRPr sz="8300" kern="1200">
                <a:solidFill>
                  <a:schemeClr val="tx1"/>
                </a:solidFill>
                <a:latin typeface="+mn-lt"/>
                <a:ea typeface="+mn-ea"/>
                <a:cs typeface="+mn-cs"/>
              </a:defRPr>
            </a:lvl3pPr>
            <a:lvl4pPr marL="5485468" indent="-783639" algn="l" defTabSz="3134552" rtl="0" eaLnBrk="1" latinLnBrk="0" hangingPunct="1">
              <a:spcBef>
                <a:spcPct val="20000"/>
              </a:spcBef>
              <a:buFont typeface="Arial" pitchFamily="34" charset="0"/>
              <a:buChar char="–"/>
              <a:defRPr sz="6900" kern="1200">
                <a:solidFill>
                  <a:schemeClr val="tx1"/>
                </a:solidFill>
                <a:latin typeface="+mn-lt"/>
                <a:ea typeface="+mn-ea"/>
                <a:cs typeface="+mn-cs"/>
              </a:defRPr>
            </a:lvl4pPr>
            <a:lvl5pPr marL="7052744" indent="-783639" algn="l" defTabSz="3134552" rtl="0" eaLnBrk="1" latinLnBrk="0" hangingPunct="1">
              <a:spcBef>
                <a:spcPct val="20000"/>
              </a:spcBef>
              <a:buFont typeface="Arial" pitchFamily="34" charset="0"/>
              <a:buChar char="»"/>
              <a:defRPr sz="6900" kern="1200">
                <a:solidFill>
                  <a:schemeClr val="tx1"/>
                </a:solidFill>
                <a:latin typeface="+mn-lt"/>
                <a:ea typeface="+mn-ea"/>
                <a:cs typeface="+mn-cs"/>
              </a:defRPr>
            </a:lvl5pPr>
            <a:lvl6pPr marL="8620020" indent="-783639" algn="l" defTabSz="3134552" rtl="0" eaLnBrk="1" latinLnBrk="0" hangingPunct="1">
              <a:spcBef>
                <a:spcPct val="20000"/>
              </a:spcBef>
              <a:buFont typeface="Arial" pitchFamily="34" charset="0"/>
              <a:buChar char="•"/>
              <a:defRPr sz="6900" kern="1200">
                <a:solidFill>
                  <a:schemeClr val="tx1"/>
                </a:solidFill>
                <a:latin typeface="+mn-lt"/>
                <a:ea typeface="+mn-ea"/>
                <a:cs typeface="+mn-cs"/>
              </a:defRPr>
            </a:lvl6pPr>
            <a:lvl7pPr marL="10187296" indent="-783639" algn="l" defTabSz="3134552" rtl="0" eaLnBrk="1" latinLnBrk="0" hangingPunct="1">
              <a:spcBef>
                <a:spcPct val="20000"/>
              </a:spcBef>
              <a:buFont typeface="Arial" pitchFamily="34" charset="0"/>
              <a:buChar char="•"/>
              <a:defRPr sz="6900" kern="1200">
                <a:solidFill>
                  <a:schemeClr val="tx1"/>
                </a:solidFill>
                <a:latin typeface="+mn-lt"/>
                <a:ea typeface="+mn-ea"/>
                <a:cs typeface="+mn-cs"/>
              </a:defRPr>
            </a:lvl7pPr>
            <a:lvl8pPr marL="11754573" indent="-783639" algn="l" defTabSz="3134552" rtl="0" eaLnBrk="1" latinLnBrk="0" hangingPunct="1">
              <a:spcBef>
                <a:spcPct val="20000"/>
              </a:spcBef>
              <a:buFont typeface="Arial" pitchFamily="34" charset="0"/>
              <a:buChar char="•"/>
              <a:defRPr sz="6900" kern="1200">
                <a:solidFill>
                  <a:schemeClr val="tx1"/>
                </a:solidFill>
                <a:latin typeface="+mn-lt"/>
                <a:ea typeface="+mn-ea"/>
                <a:cs typeface="+mn-cs"/>
              </a:defRPr>
            </a:lvl8pPr>
            <a:lvl9pPr marL="13321849" indent="-783639" algn="l" defTabSz="3134552" rtl="0" eaLnBrk="1" latinLnBrk="0" hangingPunct="1">
              <a:spcBef>
                <a:spcPct val="20000"/>
              </a:spcBef>
              <a:buFont typeface="Arial" pitchFamily="34" charset="0"/>
              <a:buChar char="•"/>
              <a:defRPr sz="6900" kern="1200">
                <a:solidFill>
                  <a:schemeClr val="tx1"/>
                </a:solidFill>
                <a:latin typeface="+mn-lt"/>
                <a:ea typeface="+mn-ea"/>
                <a:cs typeface="+mn-cs"/>
              </a:defRPr>
            </a:lvl9pPr>
          </a:lstStyle>
          <a:p>
            <a:pPr>
              <a:lnSpc>
                <a:spcPct val="125000"/>
              </a:lnSpc>
              <a:spcAft>
                <a:spcPts val="1000"/>
              </a:spcAft>
            </a:pPr>
            <a:r>
              <a:rPr lang="en-US" sz="2400" dirty="0">
                <a:latin typeface="Arial"/>
              </a:rPr>
              <a:t>CONTACT</a:t>
            </a:r>
            <a:endParaRPr lang="en-US" dirty="0"/>
          </a:p>
        </p:txBody>
      </p:sp>
      <p:sp>
        <p:nvSpPr>
          <p:cNvPr id="43" name="Text Placeholder 14">
            <a:extLst>
              <a:ext uri="{FF2B5EF4-FFF2-40B4-BE49-F238E27FC236}">
                <a16:creationId xmlns:a16="http://schemas.microsoft.com/office/drawing/2014/main" id="{0B0079A0-C9E8-481A-8BFC-90AB2505A1D8}"/>
              </a:ext>
            </a:extLst>
          </p:cNvPr>
          <p:cNvSpPr>
            <a:spLocks noGrp="1"/>
          </p:cNvSpPr>
          <p:nvPr/>
        </p:nvSpPr>
        <p:spPr>
          <a:xfrm>
            <a:off x="608270" y="17367581"/>
            <a:ext cx="7480479" cy="1015336"/>
          </a:xfrm>
        </p:spPr>
        <p:txBody>
          <a:bodyPr wrap="square"/>
          <a:lstStyle/>
          <a:p>
            <a:pPr>
              <a:lnSpc>
                <a:spcPct val="125000"/>
              </a:lnSpc>
              <a:spcAft>
                <a:spcPts val="1000"/>
              </a:spcAft>
            </a:pPr>
            <a:r>
              <a:rPr lang="en-US" sz="2000" i="1" dirty="0">
                <a:solidFill>
                  <a:srgbClr val="002158"/>
                </a:solidFill>
                <a:latin typeface="Arial"/>
              </a:rPr>
              <a:t>Contact email: </a:t>
            </a:r>
            <a:r>
              <a:rPr lang="en-US" sz="2000" i="1" dirty="0">
                <a:solidFill>
                  <a:srgbClr val="002158"/>
                </a:solidFill>
                <a:latin typeface="Arial"/>
                <a:hlinkClick r:id="rId5"/>
              </a:rPr>
              <a:t>admorales@ci.laredo.tx.us</a:t>
            </a:r>
            <a:endParaRPr lang="en-US" sz="2000" i="1" dirty="0">
              <a:solidFill>
                <a:srgbClr val="002158"/>
              </a:solidFill>
              <a:latin typeface="Arial"/>
            </a:endParaRPr>
          </a:p>
          <a:p>
            <a:pPr>
              <a:lnSpc>
                <a:spcPct val="125000"/>
              </a:lnSpc>
              <a:spcAft>
                <a:spcPts val="1000"/>
              </a:spcAft>
            </a:pPr>
            <a:r>
              <a:rPr lang="en-US" sz="2000" i="1" dirty="0">
                <a:solidFill>
                  <a:srgbClr val="002158"/>
                </a:solidFill>
                <a:latin typeface="Arial"/>
              </a:rPr>
              <a:t>Full Research Report: Available through QR code</a:t>
            </a:r>
          </a:p>
        </p:txBody>
      </p:sp>
    </p:spTree>
    <p:extLst>
      <p:ext uri="{BB962C8B-B14F-4D97-AF65-F5344CB8AC3E}">
        <p14:creationId xmlns:p14="http://schemas.microsoft.com/office/powerpoint/2010/main" val="3070667370"/>
      </p:ext>
    </p:extLst>
  </p:cSld>
  <p:clrMapOvr>
    <a:masterClrMapping/>
  </p:clrMapOvr>
</p:sld>
</file>

<file path=ppt/theme/theme1.xml><?xml version="1.0" encoding="utf-8"?>
<a:theme xmlns:a="http://schemas.openxmlformats.org/drawingml/2006/main" name="42x72 template">
  <a:themeElements>
    <a:clrScheme name="Office">
      <a:dk1>
        <a:sysClr val="windowText" lastClr="000000"/>
      </a:dk1>
      <a:lt1>
        <a:sysClr val="window" lastClr="FFFFFF"/>
      </a:lt1>
      <a:dk2>
        <a:srgbClr val="002158"/>
      </a:dk2>
      <a:lt2>
        <a:srgbClr val="E5E6EB"/>
      </a:lt2>
      <a:accent1>
        <a:srgbClr val="1A3761"/>
      </a:accent1>
      <a:accent2>
        <a:srgbClr val="CDA97A"/>
      </a:accent2>
      <a:accent3>
        <a:srgbClr val="1A3761"/>
      </a:accent3>
      <a:accent4>
        <a:srgbClr val="CDA97A"/>
      </a:accent4>
      <a:accent5>
        <a:srgbClr val="1A3761"/>
      </a:accent5>
      <a:accent6>
        <a:srgbClr val="1A3761"/>
      </a:accent6>
      <a:hlink>
        <a:srgbClr val="002158"/>
      </a:hlink>
      <a:folHlink>
        <a:srgbClr val="002158"/>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2158">
                <a:alpha val="38000"/>
              </a:srgbClr>
            </a:outerShdw>
          </a:effectLst>
        </a:effectStyle>
        <a:effectStyle>
          <a:effectLst>
            <a:outerShdw blurRad="40000" dist="23000" dir="5400000" rotWithShape="0">
              <a:srgbClr val="002158">
                <a:alpha val="35000"/>
              </a:srgbClr>
            </a:outerShdw>
          </a:effectLst>
        </a:effectStyle>
        <a:effectStyle>
          <a:effectLst>
            <a:outerShdw blurRad="40000" dist="23000" dir="5400000" rotWithShape="0">
              <a:srgbClr val="002158">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1400" dirty="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Without guides">
  <a:themeElements>
    <a:clrScheme name="Office">
      <a:dk1>
        <a:sysClr val="windowText" lastClr="000000"/>
      </a:dk1>
      <a:lt1>
        <a:sysClr val="window" lastClr="FFFFFF"/>
      </a:lt1>
      <a:dk2>
        <a:srgbClr val="002158"/>
      </a:dk2>
      <a:lt2>
        <a:srgbClr val="E5E6EB"/>
      </a:lt2>
      <a:accent1>
        <a:srgbClr val="1A3761"/>
      </a:accent1>
      <a:accent2>
        <a:srgbClr val="CDA97A"/>
      </a:accent2>
      <a:accent3>
        <a:srgbClr val="1A3761"/>
      </a:accent3>
      <a:accent4>
        <a:srgbClr val="CDA97A"/>
      </a:accent4>
      <a:accent5>
        <a:srgbClr val="1A3761"/>
      </a:accent5>
      <a:accent6>
        <a:srgbClr val="1A3761"/>
      </a:accent6>
      <a:hlink>
        <a:srgbClr val="002158"/>
      </a:hlink>
      <a:folHlink>
        <a:srgbClr val="002158"/>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2158">
                <a:alpha val="38000"/>
              </a:srgbClr>
            </a:outerShdw>
          </a:effectLst>
        </a:effectStyle>
        <a:effectStyle>
          <a:effectLst>
            <a:outerShdw blurRad="40000" dist="23000" dir="5400000" rotWithShape="0">
              <a:srgbClr val="002158">
                <a:alpha val="35000"/>
              </a:srgbClr>
            </a:outerShdw>
          </a:effectLst>
        </a:effectStyle>
        <a:effectStyle>
          <a:effectLst>
            <a:outerShdw blurRad="40000" dist="23000" dir="5400000" rotWithShape="0">
              <a:srgbClr val="002158">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1400" dirty="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02158"/>
      </a:dk2>
      <a:lt2>
        <a:srgbClr val="E5E6EB"/>
      </a:lt2>
      <a:accent1>
        <a:srgbClr val="1A3761"/>
      </a:accent1>
      <a:accent2>
        <a:srgbClr val="CDA97A"/>
      </a:accent2>
      <a:accent3>
        <a:srgbClr val="1A3761"/>
      </a:accent3>
      <a:accent4>
        <a:srgbClr val="1A3761"/>
      </a:accent4>
      <a:accent5>
        <a:srgbClr val="1A3761"/>
      </a:accent5>
      <a:accent6>
        <a:srgbClr val="CDA97A"/>
      </a:accent6>
      <a:hlink>
        <a:srgbClr val="1A3761"/>
      </a:hlink>
      <a:folHlink>
        <a:srgbClr val="002158"/>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2158">
                <a:alpha val="38000"/>
              </a:srgbClr>
            </a:outerShdw>
          </a:effectLst>
        </a:effectStyle>
        <a:effectStyle>
          <a:effectLst>
            <a:outerShdw blurRad="40000" dist="23000" dir="5400000" rotWithShape="0">
              <a:srgbClr val="002158">
                <a:alpha val="35000"/>
              </a:srgbClr>
            </a:outerShdw>
          </a:effectLst>
        </a:effectStyle>
        <a:effectStyle>
          <a:effectLst>
            <a:outerShdw blurRad="40000" dist="23000" dir="5400000" rotWithShape="0">
              <a:srgbClr val="002158">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PosterPresentations.com-42x72-Template</Template>
  <TotalTime>668</TotalTime>
  <Words>909</Words>
  <Application>Microsoft Office PowerPoint</Application>
  <PresentationFormat>Custom</PresentationFormat>
  <Paragraphs>40</Paragraphs>
  <Slides>1</Slides>
  <Notes>0</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vt:i4>
      </vt:variant>
    </vt:vector>
  </HeadingPairs>
  <TitlesOfParts>
    <vt:vector size="8" baseType="lpstr">
      <vt:lpstr>Arial</vt:lpstr>
      <vt:lpstr>Calibri</vt:lpstr>
      <vt:lpstr>Century Gothic</vt:lpstr>
      <vt:lpstr>Times New Roman</vt:lpstr>
      <vt:lpstr>Trebuchet MS</vt:lpstr>
      <vt:lpstr>42x72 template</vt:lpstr>
      <vt:lpstr>Without guides</vt:lpstr>
      <vt:lpstr>Using Syndromic Surveillance to Describe Hospital Disposition Patterns Following Suspected Overdose and Poisoning in a Medically Underserved Community</vt:lpstr>
    </vt:vector>
  </TitlesOfParts>
  <Manager>A. Kotoulas</Manager>
  <Company>Canterbury Media Services, Inc.</Company>
  <LinksUpToDate>false</LinksUpToDate>
  <SharedDoc>false</SharedDoc>
  <HyperlinkBase>https://www.posterpresentations.com/free-poster-templates.html</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42x72 PowerPoint Presentation</dc:title>
  <dc:subject>Research poster presentation template</dc:subject>
  <dc:creator>PosterPresentations.com</dc:creator>
  <cp:keywords>42x72 Powerpoint poster template, scientific poster template, research poster template</cp:keywords>
  <dc:description>This template is the property of PosterPresentations.com. You are free to modify and print the template as needed, as long as the PosterPresentations.com watermark at the bottom left of the page is visible. Call us if you need help with this poster template. 1-866-649-3004 (c)PosterPresentations.com</dc:description>
  <cp:lastModifiedBy>Angel J. Montes</cp:lastModifiedBy>
  <cp:revision>59</cp:revision>
  <dcterms:created xsi:type="dcterms:W3CDTF">2012-02-07T00:41:31Z</dcterms:created>
  <dcterms:modified xsi:type="dcterms:W3CDTF">2026-10-23T15:28:06Z</dcterms:modified>
  <cp:category>Research poster templates</cp:category>
</cp:coreProperties>
</file>